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16" r:id="rId2"/>
    <p:sldId id="674" r:id="rId3"/>
    <p:sldId id="836" r:id="rId4"/>
    <p:sldId id="692" r:id="rId5"/>
    <p:sldId id="835" r:id="rId6"/>
    <p:sldId id="838" r:id="rId7"/>
    <p:sldId id="839" r:id="rId8"/>
    <p:sldId id="840" r:id="rId9"/>
    <p:sldId id="824" r:id="rId10"/>
    <p:sldId id="841" r:id="rId11"/>
    <p:sldId id="842" r:id="rId12"/>
    <p:sldId id="843" r:id="rId13"/>
    <p:sldId id="844" r:id="rId14"/>
    <p:sldId id="845" r:id="rId15"/>
    <p:sldId id="846" r:id="rId16"/>
    <p:sldId id="833" r:id="rId17"/>
    <p:sldId id="786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24" userDrawn="1">
          <p15:clr>
            <a:srgbClr val="A4A3A4"/>
          </p15:clr>
        </p15:guide>
        <p15:guide id="2" pos="6624" userDrawn="1">
          <p15:clr>
            <a:srgbClr val="A4A3A4"/>
          </p15:clr>
        </p15:guide>
        <p15:guide id="3" orient="horz" pos="2712" userDrawn="1">
          <p15:clr>
            <a:srgbClr val="A4A3A4"/>
          </p15:clr>
        </p15:guide>
        <p15:guide id="4" pos="528" userDrawn="1">
          <p15:clr>
            <a:srgbClr val="A4A3A4"/>
          </p15:clr>
        </p15:guide>
        <p15:guide id="5" orient="horz" pos="24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장건민" initials="장" lastIdx="2" clrIdx="0">
    <p:extLst>
      <p:ext uri="{19B8F6BF-5375-455C-9EA6-DF929625EA0E}">
        <p15:presenceInfo xmlns:p15="http://schemas.microsoft.com/office/powerpoint/2012/main" userId="S-1-5-21-348918873-740907787-145519116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BD6"/>
    <a:srgbClr val="4658DE"/>
    <a:srgbClr val="D9EAD3"/>
    <a:srgbClr val="FFFFCC"/>
    <a:srgbClr val="CFE2F3"/>
    <a:srgbClr val="F98F1B"/>
    <a:srgbClr val="FCC588"/>
    <a:srgbClr val="FF9999"/>
    <a:srgbClr val="FF6699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60" autoAdjust="0"/>
    <p:restoredTop sz="92810" autoAdjust="0"/>
  </p:normalViewPr>
  <p:slideViewPr>
    <p:cSldViewPr snapToGrid="0" showGuides="1">
      <p:cViewPr varScale="1">
        <p:scale>
          <a:sx n="103" d="100"/>
          <a:sy n="103" d="100"/>
        </p:scale>
        <p:origin x="228" y="96"/>
      </p:cViewPr>
      <p:guideLst>
        <p:guide orient="horz" pos="1224"/>
        <p:guide pos="6624"/>
        <p:guide orient="horz" pos="2712"/>
        <p:guide pos="528"/>
        <p:guide orient="horz" pos="2448"/>
      </p:guideLst>
    </p:cSldViewPr>
  </p:slideViewPr>
  <p:outlineViewPr>
    <p:cViewPr>
      <p:scale>
        <a:sx n="50" d="100"/>
        <a:sy n="50" d="100"/>
      </p:scale>
      <p:origin x="0" y="-16048"/>
    </p:cViewPr>
  </p:outlineViewPr>
  <p:notesTextViewPr>
    <p:cViewPr>
      <p:scale>
        <a:sx n="98" d="100"/>
        <a:sy n="98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71" d="100"/>
          <a:sy n="171" d="100"/>
        </p:scale>
        <p:origin x="655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359AB9-D23C-00B2-96B5-2118A9292B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12963F-9DC3-7C11-06C4-0CA31EECF4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264AD-83DE-844B-999E-16FB17A0A3BE}" type="datetimeFigureOut">
              <a:rPr lang="en-KR" smtClean="0"/>
              <a:t>11/14/2025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A77687-4711-5039-DFB9-18C8F6307D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2C589-3A91-D093-AEB6-A33CF5D5A3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D889E-E6B2-B34F-B4D5-FDC36384DD5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05200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070C2-26A7-4E84-831E-BA7AAA37D24F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D39C6-D70A-4887-AF74-679D8B47FB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22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043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719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24B41-90B5-187A-A78F-D5CF56B4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4E1D8-E786-8723-B872-41F7F03BA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F9E51-D8E1-6236-C723-8D74C15ED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7B45B-9E43-2459-162D-E1CA979CD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56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1F602-3481-F08B-B59A-D47B706D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1EAF2-FDCA-59DE-FC18-4FCDC8451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FB3778-BFB8-9F32-D89F-A44DBADB3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789CF-DA20-45D5-0F45-2E92278E7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801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361-618E-9CCB-4688-5144D117A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AE608A-661C-26AE-588F-91DAC4DFC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55AF4-DC5E-9B5C-2D7F-14BC6EAF6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B88D0-6D13-6053-188A-85BE256C8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247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CAB21-019D-7ED5-9452-AD6BEED88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9769F-8403-5952-1AD0-F89E0E085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22A0C-E846-B7E4-6BEF-0347DE776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4F08E-2414-419E-719B-51A054A43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44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544AA-AEF7-DC87-3861-100E1789D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8947B-1C73-CBA6-6A7E-CED256F30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644B0-FA92-8303-20DA-82FE5EFF1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03B5A-DAF3-05E9-4392-588531744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05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6573C-AF74-D6EE-ADAA-FFE4FD899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7B8A1-B633-37A6-C866-D547184FE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48F78-19BE-E987-26D0-4C9544BA5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79B10-3D63-6660-42E2-5C1BAE391E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610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69D75-FD04-F68C-70C5-A3BA83E15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FEC0A-B155-49AE-C3F9-863C068DA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B2960-F96D-FC33-87F2-685531E09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CAA8D-4CCE-044D-49FE-781CD0317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600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43441-4CF8-A992-6C7C-BCB82093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ACA24-6FF6-CF65-676F-8ED53B87F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5E09A-FCBE-7338-CEE6-423B4530B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C778E-3410-8C28-211B-0F61D03E8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770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163BD-2C86-3B8B-F8DD-29FB7071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4E3E0-7CC1-0A48-76DE-C6CE2384F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7637C-4CB9-86C9-A0C4-73374BF1E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E2E0D-50C7-2A7A-C47A-FB076DA8A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038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EE25-CCA3-5D27-3B5B-C7E1B7775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2732D-4E28-4AEF-0EAE-E6751F098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519ED-E658-89CC-2C14-E0F9327DB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143BE-539D-F21D-B537-789CECC3B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174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65C7-BA0B-F9C1-7ABF-4B7CDA0E8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D60BB-5D86-2743-C80F-35D185353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2C47B-E010-3F9D-54B9-29E6E4B9D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381B6-EBC9-9496-0818-BDA063D9F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5048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6E972-7758-AF52-B66F-4F70E15F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57AD4-EEDE-8DE1-661D-796132A84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D76FC-554A-0777-42FE-9541640AD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974AC-DD3F-DA9B-9A4D-F770B885A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404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F350D-7F4A-DAE5-7815-232C0E0EA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BA67B-1DF0-1E2E-32D6-57C3D7018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99253-8A65-4A07-761B-544D65512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4791-20DB-F955-A3D1-75C2DD0EA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390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0931D-AAEE-B02C-8E5C-40B0D2C6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61361-D0B4-259C-E1E5-C4905077D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E6954-6A82-CBBD-7CDD-51829D312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0642F-8CC5-4E1A-F54F-3C0BCDFAA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6647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0EE5C-F6F2-D7FC-C44A-61D4B6C6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7E8BB-E3BA-C53A-0F80-CC24669C7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AC26B-0400-5F53-972B-32C7B9150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503C1-3398-132F-1C1A-BE469EFB0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540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1]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8C1C269-C3AE-CC9A-F331-12FE5FA2C9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70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146FB9D-C007-D94F-213C-39FD03673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752FFADF-3F68-0E4F-C4C4-50339FF357E9}"/>
              </a:ext>
            </a:extLst>
          </p:cNvPr>
          <p:cNvGrpSpPr/>
          <p:nvPr userDrawn="1"/>
        </p:nvGrpSpPr>
        <p:grpSpPr>
          <a:xfrm>
            <a:off x="0" y="836992"/>
            <a:ext cx="11380610" cy="180176"/>
            <a:chOff x="-880" y="953780"/>
            <a:chExt cx="11380610" cy="180176"/>
          </a:xfrm>
        </p:grpSpPr>
        <p:sp>
          <p:nvSpPr>
            <p:cNvPr id="22" name="직사각형 3">
              <a:extLst>
                <a:ext uri="{FF2B5EF4-FFF2-40B4-BE49-F238E27FC236}">
                  <a16:creationId xmlns:a16="http://schemas.microsoft.com/office/drawing/2014/main" id="{FF7EF95B-F4A1-AD41-788F-D75423EB7A1F}"/>
                </a:ext>
              </a:extLst>
            </p:cNvPr>
            <p:cNvSpPr/>
            <p:nvPr/>
          </p:nvSpPr>
          <p:spPr>
            <a:xfrm flipV="1">
              <a:off x="95601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직사각형 3">
              <a:extLst>
                <a:ext uri="{FF2B5EF4-FFF2-40B4-BE49-F238E27FC236}">
                  <a16:creationId xmlns:a16="http://schemas.microsoft.com/office/drawing/2014/main" id="{3E5CEC0F-FF83-4603-E510-78DDD3845471}"/>
                </a:ext>
              </a:extLst>
            </p:cNvPr>
            <p:cNvSpPr/>
            <p:nvPr/>
          </p:nvSpPr>
          <p:spPr>
            <a:xfrm flipV="1">
              <a:off x="721216" y="955898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3">
              <a:extLst>
                <a:ext uri="{FF2B5EF4-FFF2-40B4-BE49-F238E27FC236}">
                  <a16:creationId xmlns:a16="http://schemas.microsoft.com/office/drawing/2014/main" id="{33F3EF83-29B2-DCAD-C031-70CDE6E0399A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직사각형 3">
              <a:extLst>
                <a:ext uri="{FF2B5EF4-FFF2-40B4-BE49-F238E27FC236}">
                  <a16:creationId xmlns:a16="http://schemas.microsoft.com/office/drawing/2014/main" id="{13FE388B-6404-1E39-31B5-AA6946A93CD6}"/>
                </a:ext>
              </a:extLst>
            </p:cNvPr>
            <p:cNvSpPr/>
            <p:nvPr/>
          </p:nvSpPr>
          <p:spPr>
            <a:xfrm flipV="1">
              <a:off x="191664" y="953780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직사각형 3">
              <a:extLst>
                <a:ext uri="{FF2B5EF4-FFF2-40B4-BE49-F238E27FC236}">
                  <a16:creationId xmlns:a16="http://schemas.microsoft.com/office/drawing/2014/main" id="{8CBE7878-1233-672B-BF62-280602094EA3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F798044-1AB9-7CF1-6E1F-6936A8029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755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F7DA0A-2DD6-2E1E-44FF-1B57D7E495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 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66E6AC-9BDC-9D1E-ED3F-2ECA7D0312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DAFAA3-169E-7657-2F6C-B0126D7522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EAB328-B285-0104-B2E1-69A3A157A10D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C40343-BAB2-8C9E-8411-E0276C72A9C8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2497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EB9FE1AC-9B48-B393-8D33-0F0637F46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752FFADF-3F68-0E4F-C4C4-50339FF357E9}"/>
              </a:ext>
            </a:extLst>
          </p:cNvPr>
          <p:cNvGrpSpPr/>
          <p:nvPr userDrawn="1"/>
        </p:nvGrpSpPr>
        <p:grpSpPr>
          <a:xfrm>
            <a:off x="0" y="841003"/>
            <a:ext cx="11380610" cy="180176"/>
            <a:chOff x="-880" y="957791"/>
            <a:chExt cx="11380610" cy="180176"/>
          </a:xfrm>
        </p:grpSpPr>
        <p:sp>
          <p:nvSpPr>
            <p:cNvPr id="22" name="직사각형 3">
              <a:extLst>
                <a:ext uri="{FF2B5EF4-FFF2-40B4-BE49-F238E27FC236}">
                  <a16:creationId xmlns:a16="http://schemas.microsoft.com/office/drawing/2014/main" id="{FF7EF95B-F4A1-AD41-788F-D75423EB7A1F}"/>
                </a:ext>
              </a:extLst>
            </p:cNvPr>
            <p:cNvSpPr/>
            <p:nvPr/>
          </p:nvSpPr>
          <p:spPr>
            <a:xfrm flipV="1">
              <a:off x="95601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직사각형 3">
              <a:extLst>
                <a:ext uri="{FF2B5EF4-FFF2-40B4-BE49-F238E27FC236}">
                  <a16:creationId xmlns:a16="http://schemas.microsoft.com/office/drawing/2014/main" id="{3E5CEC0F-FF83-4603-E510-78DDD3845471}"/>
                </a:ext>
              </a:extLst>
            </p:cNvPr>
            <p:cNvSpPr/>
            <p:nvPr/>
          </p:nvSpPr>
          <p:spPr>
            <a:xfrm flipV="1">
              <a:off x="721216" y="959909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3">
              <a:extLst>
                <a:ext uri="{FF2B5EF4-FFF2-40B4-BE49-F238E27FC236}">
                  <a16:creationId xmlns:a16="http://schemas.microsoft.com/office/drawing/2014/main" id="{33F3EF83-29B2-DCAD-C031-70CDE6E0399A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직사각형 3">
              <a:extLst>
                <a:ext uri="{FF2B5EF4-FFF2-40B4-BE49-F238E27FC236}">
                  <a16:creationId xmlns:a16="http://schemas.microsoft.com/office/drawing/2014/main" id="{13FE388B-6404-1E39-31B5-AA6946A93CD6}"/>
                </a:ext>
              </a:extLst>
            </p:cNvPr>
            <p:cNvSpPr/>
            <p:nvPr/>
          </p:nvSpPr>
          <p:spPr>
            <a:xfrm flipV="1">
              <a:off x="191664" y="957791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직사각형 3">
              <a:extLst>
                <a:ext uri="{FF2B5EF4-FFF2-40B4-BE49-F238E27FC236}">
                  <a16:creationId xmlns:a16="http://schemas.microsoft.com/office/drawing/2014/main" id="{8CBE7878-1233-672B-BF62-280602094EA3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F798044-1AB9-7CF1-6E1F-6936A8029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501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833AC45-9D95-4CA6-E91A-2E34258E1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543959C-E1B0-7A05-A888-02F6356223E5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8B644B-B292-695D-9DF2-8CF14E5D958F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9A37FB-0E78-60DA-C27C-644446DCE053}"/>
              </a:ext>
            </a:extLst>
          </p:cNvPr>
          <p:cNvSpPr/>
          <p:nvPr userDrawn="1"/>
        </p:nvSpPr>
        <p:spPr>
          <a:xfrm>
            <a:off x="0" y="6596387"/>
            <a:ext cx="12192000" cy="261611"/>
          </a:xfrm>
          <a:prstGeom prst="rect">
            <a:avLst/>
          </a:prstGeom>
          <a:solidFill>
            <a:srgbClr val="94E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206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5679B6-E535-AC3B-FDF2-62249940FD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516" y="6604582"/>
            <a:ext cx="223459" cy="231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484586-011D-586C-9E9F-810F6158E456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9DFA8-C917-F94C-9907-A9C5A6CF6656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238C32F-ECAF-D142-6157-026DB00F98D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 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1BA597C-A6BF-B69C-45D6-28DF036254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92544" y="6603448"/>
            <a:ext cx="1454150" cy="20875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과목명 및 </a:t>
            </a:r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7768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EB9FE1AC-9B48-B393-8D33-0F0637F46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752FFADF-3F68-0E4F-C4C4-50339FF357E9}"/>
              </a:ext>
            </a:extLst>
          </p:cNvPr>
          <p:cNvGrpSpPr/>
          <p:nvPr userDrawn="1"/>
        </p:nvGrpSpPr>
        <p:grpSpPr>
          <a:xfrm>
            <a:off x="0" y="841003"/>
            <a:ext cx="11380610" cy="180176"/>
            <a:chOff x="-880" y="957791"/>
            <a:chExt cx="11380610" cy="180176"/>
          </a:xfrm>
        </p:grpSpPr>
        <p:sp>
          <p:nvSpPr>
            <p:cNvPr id="22" name="직사각형 3">
              <a:extLst>
                <a:ext uri="{FF2B5EF4-FFF2-40B4-BE49-F238E27FC236}">
                  <a16:creationId xmlns:a16="http://schemas.microsoft.com/office/drawing/2014/main" id="{FF7EF95B-F4A1-AD41-788F-D75423EB7A1F}"/>
                </a:ext>
              </a:extLst>
            </p:cNvPr>
            <p:cNvSpPr/>
            <p:nvPr/>
          </p:nvSpPr>
          <p:spPr>
            <a:xfrm flipV="1">
              <a:off x="95601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직사각형 3">
              <a:extLst>
                <a:ext uri="{FF2B5EF4-FFF2-40B4-BE49-F238E27FC236}">
                  <a16:creationId xmlns:a16="http://schemas.microsoft.com/office/drawing/2014/main" id="{3E5CEC0F-FF83-4603-E510-78DDD3845471}"/>
                </a:ext>
              </a:extLst>
            </p:cNvPr>
            <p:cNvSpPr/>
            <p:nvPr/>
          </p:nvSpPr>
          <p:spPr>
            <a:xfrm flipV="1">
              <a:off x="721216" y="959909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3">
              <a:extLst>
                <a:ext uri="{FF2B5EF4-FFF2-40B4-BE49-F238E27FC236}">
                  <a16:creationId xmlns:a16="http://schemas.microsoft.com/office/drawing/2014/main" id="{33F3EF83-29B2-DCAD-C031-70CDE6E0399A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직사각형 3">
              <a:extLst>
                <a:ext uri="{FF2B5EF4-FFF2-40B4-BE49-F238E27FC236}">
                  <a16:creationId xmlns:a16="http://schemas.microsoft.com/office/drawing/2014/main" id="{13FE388B-6404-1E39-31B5-AA6946A93CD6}"/>
                </a:ext>
              </a:extLst>
            </p:cNvPr>
            <p:cNvSpPr/>
            <p:nvPr/>
          </p:nvSpPr>
          <p:spPr>
            <a:xfrm flipV="1">
              <a:off x="191664" y="957791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직사각형 3">
              <a:extLst>
                <a:ext uri="{FF2B5EF4-FFF2-40B4-BE49-F238E27FC236}">
                  <a16:creationId xmlns:a16="http://schemas.microsoft.com/office/drawing/2014/main" id="{8CBE7878-1233-672B-BF62-280602094EA3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F798044-1AB9-7CF1-6E1F-6936A8029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755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833AC45-9D95-4CA6-E91A-2E34258E1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543959C-E1B0-7A05-A888-02F6356223E5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8B644B-B292-695D-9DF2-8CF14E5D958F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84586-011D-586C-9E9F-810F6158E456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9DFA8-C917-F94C-9907-A9C5A6CF6656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F5FCC46-7EDB-7544-8339-55999B2D3F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 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099971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37A23EFF-B37F-1539-B3A1-B139FE94FB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7" y="0"/>
            <a:ext cx="12192000" cy="6858000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E519F-8706-0AF8-797C-81A981924D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 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CE6E39CD-C195-E095-6BFF-0E0155F6A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882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D642427-A44E-CD16-D5FA-7416CED181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C730C12-E7E5-E837-CF06-AC8746DB1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C003B79-28FF-D9E8-AA84-F2EFE07C6C04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F3F22A-8B94-4456-7985-00FFC8B24B9E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9247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798044-1AB9-7CF1-6E1F-6936A8029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257" y="204664"/>
            <a:ext cx="11347486" cy="817034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71D467-B3B1-6D4D-B978-0C1801898629}"/>
              </a:ext>
            </a:extLst>
          </p:cNvPr>
          <p:cNvSpPr txBox="1"/>
          <p:nvPr userDrawn="1"/>
        </p:nvSpPr>
        <p:spPr>
          <a:xfrm>
            <a:off x="11735416" y="6540851"/>
            <a:ext cx="574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sz="1200" b="1" i="0" smtClean="0">
                <a:solidFill>
                  <a:srgbClr val="141E4B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‹#›</a:t>
            </a:fld>
            <a:endParaRPr lang="ko-KR" altLang="en-US" b="1" i="0" dirty="0">
              <a:solidFill>
                <a:srgbClr val="141E4B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E519F-8706-0AF8-797C-81A981924D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0512" y="1657522"/>
            <a:ext cx="11578085" cy="46274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800" b="1" i="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b="0" i="0">
                <a:solidFill>
                  <a:srgbClr val="5F637F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3pPr>
            <a:lvl4pPr marL="1600200" indent="-228600">
              <a:buFont typeface="Calibri Light" panose="020F0302020204030204" pitchFamily="34" charset="0"/>
              <a:buChar char="−"/>
              <a:defRPr b="0" i="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4pPr>
            <a:lvl5pPr marL="2057400" indent="-228600">
              <a:buFont typeface="Calibri Light" panose="020F0302020204030204" pitchFamily="34" charset="0"/>
              <a:buChar char="◦"/>
              <a:defRPr b="0" i="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</a:t>
            </a:r>
            <a:r>
              <a:rPr lang="ko-KR" altLang="en-US" dirty="0" err="1"/>
              <a:t>클릭두</a:t>
            </a:r>
            <a:r>
              <a:rPr lang="ko-KR" altLang="en-US" dirty="0"/>
              <a:t> 마스터 텍스트 스타일을 편집하려면 </a:t>
            </a:r>
            <a:r>
              <a:rPr lang="ko-KR" altLang="en-US" dirty="0" err="1"/>
              <a:t>클릭두</a:t>
            </a:r>
            <a:r>
              <a:rPr lang="ko-KR" altLang="en-US" dirty="0"/>
              <a:t> 마스터 텍스트 스타일을 편집하려면 </a:t>
            </a:r>
            <a:r>
              <a:rPr lang="ko-KR" altLang="en-US" dirty="0" err="1"/>
              <a:t>클릭두</a:t>
            </a:r>
            <a:r>
              <a:rPr lang="ko-KR" altLang="en-US" dirty="0"/>
              <a:t> 마스터 텍스트 스타일을 편집하려면 </a:t>
            </a:r>
            <a:r>
              <a:rPr lang="ko-KR" altLang="en-US" dirty="0" err="1"/>
              <a:t>클릭두</a:t>
            </a:r>
            <a:endParaRPr lang="en-US" altLang="ko-KR" dirty="0"/>
          </a:p>
          <a:p>
            <a:pPr lvl="1"/>
            <a:r>
              <a:rPr lang="ko-KR" altLang="en-US" dirty="0"/>
              <a:t>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4F3CCB-071A-00A3-BB5A-12F6CEC0EF35}"/>
              </a:ext>
            </a:extLst>
          </p:cNvPr>
          <p:cNvSpPr/>
          <p:nvPr userDrawn="1"/>
        </p:nvSpPr>
        <p:spPr>
          <a:xfrm>
            <a:off x="187889" y="183882"/>
            <a:ext cx="121841" cy="672020"/>
          </a:xfrm>
          <a:prstGeom prst="rect">
            <a:avLst/>
          </a:prstGeom>
          <a:solidFill>
            <a:srgbClr val="141E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8" name="그림 27">
            <a:extLst>
              <a:ext uri="{FF2B5EF4-FFF2-40B4-BE49-F238E27FC236}">
                <a16:creationId xmlns:a16="http://schemas.microsoft.com/office/drawing/2014/main" id="{0654F0EF-CAB0-AF9F-9064-B2691F0869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4" y="6419357"/>
            <a:ext cx="320021" cy="3319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16D029-A65B-2EC6-EFC3-EB974F41D2D7}"/>
              </a:ext>
            </a:extLst>
          </p:cNvPr>
          <p:cNvSpPr txBox="1"/>
          <p:nvPr userDrawn="1"/>
        </p:nvSpPr>
        <p:spPr>
          <a:xfrm>
            <a:off x="394531" y="6385285"/>
            <a:ext cx="3359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0" dirty="0">
                <a:solidFill>
                  <a:srgbClr val="002060"/>
                </a:solidFill>
                <a:latin typeface="Sofia Pro Light" pitchFamily="2" charset="77"/>
                <a:ea typeface="나눔고딕" panose="020D0604000000000000" pitchFamily="50" charset="-127"/>
                <a:cs typeface="맑은 고딕 Semilight" panose="020B0502040204020203" pitchFamily="50" charset="-127"/>
              </a:rPr>
              <a:t>Seoul National University</a:t>
            </a:r>
          </a:p>
          <a:p>
            <a:r>
              <a:rPr lang="en-US" altLang="ko-KR" sz="1000" b="0" dirty="0">
                <a:solidFill>
                  <a:srgbClr val="002060"/>
                </a:solidFill>
                <a:latin typeface="Sofia Pro Light" pitchFamily="2" charset="7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 School of Data Science</a:t>
            </a:r>
            <a:endParaRPr lang="ko-KR" altLang="en-US" sz="1000" b="0" dirty="0">
              <a:solidFill>
                <a:srgbClr val="002060"/>
              </a:solidFill>
              <a:latin typeface="Sofia Pro Light" pitchFamily="2" charset="7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55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F70745-449A-6848-CC23-ACAE9005E803}"/>
              </a:ext>
            </a:extLst>
          </p:cNvPr>
          <p:cNvSpPr/>
          <p:nvPr userDrawn="1"/>
        </p:nvSpPr>
        <p:spPr>
          <a:xfrm>
            <a:off x="0" y="6596387"/>
            <a:ext cx="12192000" cy="2616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B0E0A45-1800-0183-A290-0D24B09EF1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516" y="6604582"/>
            <a:ext cx="223459" cy="2318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FE87933-CCD5-827D-85B8-A0AA0D309384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chemeClr val="bg1"/>
                </a:solidFill>
              </a:rPr>
              <a:t>‹#›</a:t>
            </a:fld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C8FB1F-8F4C-1C45-1472-A0D7509F72DB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F798044-1AB9-7CF1-6E1F-6936A8029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628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B9FE1AC-9B48-B393-8D33-0F0637F461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68B83287-D13D-8FF3-8C82-1085F0778AF1}"/>
              </a:ext>
            </a:extLst>
          </p:cNvPr>
          <p:cNvGrpSpPr/>
          <p:nvPr userDrawn="1"/>
        </p:nvGrpSpPr>
        <p:grpSpPr>
          <a:xfrm>
            <a:off x="0" y="854658"/>
            <a:ext cx="11334890" cy="180177"/>
            <a:chOff x="-880" y="957791"/>
            <a:chExt cx="11334890" cy="180177"/>
          </a:xfrm>
        </p:grpSpPr>
        <p:sp>
          <p:nvSpPr>
            <p:cNvPr id="8" name="직사각형 3">
              <a:extLst>
                <a:ext uri="{FF2B5EF4-FFF2-40B4-BE49-F238E27FC236}">
                  <a16:creationId xmlns:a16="http://schemas.microsoft.com/office/drawing/2014/main" id="{942ABF6D-EB12-873C-05A8-6BA52344089D}"/>
                </a:ext>
              </a:extLst>
            </p:cNvPr>
            <p:cNvSpPr/>
            <p:nvPr/>
          </p:nvSpPr>
          <p:spPr>
            <a:xfrm flipV="1">
              <a:off x="91029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3">
              <a:extLst>
                <a:ext uri="{FF2B5EF4-FFF2-40B4-BE49-F238E27FC236}">
                  <a16:creationId xmlns:a16="http://schemas.microsoft.com/office/drawing/2014/main" id="{C747B971-CDA9-6B55-B606-586DFA7DD023}"/>
                </a:ext>
              </a:extLst>
            </p:cNvPr>
            <p:cNvSpPr/>
            <p:nvPr/>
          </p:nvSpPr>
          <p:spPr>
            <a:xfrm flipV="1">
              <a:off x="681686" y="959910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3">
              <a:extLst>
                <a:ext uri="{FF2B5EF4-FFF2-40B4-BE49-F238E27FC236}">
                  <a16:creationId xmlns:a16="http://schemas.microsoft.com/office/drawing/2014/main" id="{F65AD60C-8E9C-91D0-A040-01B26F54C30F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3">
              <a:extLst>
                <a:ext uri="{FF2B5EF4-FFF2-40B4-BE49-F238E27FC236}">
                  <a16:creationId xmlns:a16="http://schemas.microsoft.com/office/drawing/2014/main" id="{1CC296CA-8473-2589-E9C0-88E8D5EEFFA7}"/>
                </a:ext>
              </a:extLst>
            </p:cNvPr>
            <p:cNvSpPr/>
            <p:nvPr/>
          </p:nvSpPr>
          <p:spPr>
            <a:xfrm flipV="1">
              <a:off x="191664" y="957791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3">
              <a:extLst>
                <a:ext uri="{FF2B5EF4-FFF2-40B4-BE49-F238E27FC236}">
                  <a16:creationId xmlns:a16="http://schemas.microsoft.com/office/drawing/2014/main" id="{E01B9B7E-BFFA-0509-FCAE-79759755E300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E56231-539D-3814-868E-9AB5725E3F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 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4C15691-B860-E8C4-FDF2-76A7A360413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92544" y="6603448"/>
            <a:ext cx="1454150" cy="20875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과목명 및 </a:t>
            </a:r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1366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(세부구성도형 al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원형: 비어 있음 27">
            <a:extLst>
              <a:ext uri="{FF2B5EF4-FFF2-40B4-BE49-F238E27FC236}">
                <a16:creationId xmlns:a16="http://schemas.microsoft.com/office/drawing/2014/main" id="{5BF90DF1-5EFF-DA96-22C1-DF0DFFE1285F}"/>
              </a:ext>
            </a:extLst>
          </p:cNvPr>
          <p:cNvSpPr/>
          <p:nvPr userDrawn="1"/>
        </p:nvSpPr>
        <p:spPr>
          <a:xfrm>
            <a:off x="-733593" y="4658317"/>
            <a:ext cx="4399365" cy="4399365"/>
          </a:xfrm>
          <a:prstGeom prst="donut">
            <a:avLst>
              <a:gd name="adj" fmla="val 16939"/>
            </a:avLst>
          </a:prstGeom>
          <a:solidFill>
            <a:srgbClr val="94EEE9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91C1BCB-408D-1C04-44E3-C9E3E859937A}"/>
              </a:ext>
            </a:extLst>
          </p:cNvPr>
          <p:cNvSpPr/>
          <p:nvPr userDrawn="1"/>
        </p:nvSpPr>
        <p:spPr>
          <a:xfrm rot="20946277" flipH="1">
            <a:off x="204489" y="-2287061"/>
            <a:ext cx="12187009" cy="805153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51000"/>
                </a:schemeClr>
              </a:gs>
              <a:gs pos="100000">
                <a:schemeClr val="accent5">
                  <a:lumMod val="20000"/>
                  <a:lumOff val="8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E005DA5-706C-E067-93B3-1A6654FD9EC4}"/>
              </a:ext>
            </a:extLst>
          </p:cNvPr>
          <p:cNvSpPr/>
          <p:nvPr userDrawn="1"/>
        </p:nvSpPr>
        <p:spPr>
          <a:xfrm rot="653723">
            <a:off x="-400788" y="-1064551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B9FE1AC-9B48-B393-8D33-0F0637F46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752FFADF-3F68-0E4F-C4C4-50339FF357E9}"/>
              </a:ext>
            </a:extLst>
          </p:cNvPr>
          <p:cNvGrpSpPr/>
          <p:nvPr userDrawn="1"/>
        </p:nvGrpSpPr>
        <p:grpSpPr>
          <a:xfrm>
            <a:off x="0" y="835099"/>
            <a:ext cx="11380610" cy="182069"/>
            <a:chOff x="-880" y="951887"/>
            <a:chExt cx="11380610" cy="182069"/>
          </a:xfrm>
        </p:grpSpPr>
        <p:sp>
          <p:nvSpPr>
            <p:cNvPr id="22" name="직사각형 3">
              <a:extLst>
                <a:ext uri="{FF2B5EF4-FFF2-40B4-BE49-F238E27FC236}">
                  <a16:creationId xmlns:a16="http://schemas.microsoft.com/office/drawing/2014/main" id="{FF7EF95B-F4A1-AD41-788F-D75423EB7A1F}"/>
                </a:ext>
              </a:extLst>
            </p:cNvPr>
            <p:cNvSpPr/>
            <p:nvPr/>
          </p:nvSpPr>
          <p:spPr>
            <a:xfrm flipV="1">
              <a:off x="95601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직사각형 3">
              <a:extLst>
                <a:ext uri="{FF2B5EF4-FFF2-40B4-BE49-F238E27FC236}">
                  <a16:creationId xmlns:a16="http://schemas.microsoft.com/office/drawing/2014/main" id="{3E5CEC0F-FF83-4603-E510-78DDD3845471}"/>
                </a:ext>
              </a:extLst>
            </p:cNvPr>
            <p:cNvSpPr/>
            <p:nvPr/>
          </p:nvSpPr>
          <p:spPr>
            <a:xfrm flipV="1">
              <a:off x="721216" y="951887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3">
              <a:extLst>
                <a:ext uri="{FF2B5EF4-FFF2-40B4-BE49-F238E27FC236}">
                  <a16:creationId xmlns:a16="http://schemas.microsoft.com/office/drawing/2014/main" id="{33F3EF83-29B2-DCAD-C031-70CDE6E0399A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직사각형 3">
              <a:extLst>
                <a:ext uri="{FF2B5EF4-FFF2-40B4-BE49-F238E27FC236}">
                  <a16:creationId xmlns:a16="http://schemas.microsoft.com/office/drawing/2014/main" id="{13FE388B-6404-1E39-31B5-AA6946A93CD6}"/>
                </a:ext>
              </a:extLst>
            </p:cNvPr>
            <p:cNvSpPr/>
            <p:nvPr/>
          </p:nvSpPr>
          <p:spPr>
            <a:xfrm flipV="1">
              <a:off x="191664" y="953780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직사각형 3">
              <a:extLst>
                <a:ext uri="{FF2B5EF4-FFF2-40B4-BE49-F238E27FC236}">
                  <a16:creationId xmlns:a16="http://schemas.microsoft.com/office/drawing/2014/main" id="{8CBE7878-1233-672B-BF62-280602094EA3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54ADEA4-F613-9D71-B866-2F8B8AAC8C4F}"/>
              </a:ext>
            </a:extLst>
          </p:cNvPr>
          <p:cNvSpPr/>
          <p:nvPr userDrawn="1"/>
        </p:nvSpPr>
        <p:spPr>
          <a:xfrm>
            <a:off x="8607" y="5274"/>
            <a:ext cx="6711507" cy="853646"/>
          </a:xfrm>
          <a:prstGeom prst="rect">
            <a:avLst/>
          </a:prstGeom>
          <a:gradFill>
            <a:gsLst>
              <a:gs pos="66000">
                <a:srgbClr val="FBFCFE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FFFFFF">
                  <a:alpha val="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F798044-1AB9-7CF1-6E1F-6936A8029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755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833AC45-9D95-4CA6-E91A-2E34258E1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543959C-E1B0-7A05-A888-02F6356223E5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8B644B-B292-695D-9DF2-8CF14E5D958F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F7DA0A-2DD6-2E1E-44FF-1B57D7E495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 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011520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4(세부구성도형 al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81C316C2-55A2-743D-AD91-14F426A5663F}"/>
              </a:ext>
            </a:extLst>
          </p:cNvPr>
          <p:cNvSpPr/>
          <p:nvPr userDrawn="1"/>
        </p:nvSpPr>
        <p:spPr>
          <a:xfrm rot="20946277" flipH="1">
            <a:off x="204489" y="-2287061"/>
            <a:ext cx="12187009" cy="805153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51000"/>
                </a:schemeClr>
              </a:gs>
              <a:gs pos="100000">
                <a:schemeClr val="accent5">
                  <a:lumMod val="20000"/>
                  <a:lumOff val="8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4" name="원형: 비어 있음 3">
            <a:extLst>
              <a:ext uri="{FF2B5EF4-FFF2-40B4-BE49-F238E27FC236}">
                <a16:creationId xmlns:a16="http://schemas.microsoft.com/office/drawing/2014/main" id="{4C210AF4-AA5F-981E-A974-C67A41EAF145}"/>
              </a:ext>
            </a:extLst>
          </p:cNvPr>
          <p:cNvSpPr/>
          <p:nvPr userDrawn="1"/>
        </p:nvSpPr>
        <p:spPr>
          <a:xfrm>
            <a:off x="-733593" y="4658317"/>
            <a:ext cx="4399365" cy="4399365"/>
          </a:xfrm>
          <a:prstGeom prst="donut">
            <a:avLst>
              <a:gd name="adj" fmla="val 16939"/>
            </a:avLst>
          </a:prstGeom>
          <a:solidFill>
            <a:srgbClr val="94EEE9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950BA5-A502-E193-C0AF-F247822F8438}"/>
              </a:ext>
            </a:extLst>
          </p:cNvPr>
          <p:cNvSpPr/>
          <p:nvPr userDrawn="1"/>
        </p:nvSpPr>
        <p:spPr>
          <a:xfrm rot="653723">
            <a:off x="-400788" y="-1064551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B9FE1AC-9B48-B393-8D33-0F0637F46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68B83287-D13D-8FF3-8C82-1085F0778AF1}"/>
              </a:ext>
            </a:extLst>
          </p:cNvPr>
          <p:cNvGrpSpPr/>
          <p:nvPr userDrawn="1"/>
        </p:nvGrpSpPr>
        <p:grpSpPr>
          <a:xfrm>
            <a:off x="0" y="854658"/>
            <a:ext cx="11334890" cy="180177"/>
            <a:chOff x="-880" y="957791"/>
            <a:chExt cx="11334890" cy="180177"/>
          </a:xfrm>
        </p:grpSpPr>
        <p:sp>
          <p:nvSpPr>
            <p:cNvPr id="8" name="직사각형 3">
              <a:extLst>
                <a:ext uri="{FF2B5EF4-FFF2-40B4-BE49-F238E27FC236}">
                  <a16:creationId xmlns:a16="http://schemas.microsoft.com/office/drawing/2014/main" id="{942ABF6D-EB12-873C-05A8-6BA52344089D}"/>
                </a:ext>
              </a:extLst>
            </p:cNvPr>
            <p:cNvSpPr/>
            <p:nvPr/>
          </p:nvSpPr>
          <p:spPr>
            <a:xfrm flipV="1">
              <a:off x="91029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3">
              <a:extLst>
                <a:ext uri="{FF2B5EF4-FFF2-40B4-BE49-F238E27FC236}">
                  <a16:creationId xmlns:a16="http://schemas.microsoft.com/office/drawing/2014/main" id="{C747B971-CDA9-6B55-B606-586DFA7DD023}"/>
                </a:ext>
              </a:extLst>
            </p:cNvPr>
            <p:cNvSpPr/>
            <p:nvPr/>
          </p:nvSpPr>
          <p:spPr>
            <a:xfrm flipV="1">
              <a:off x="681686" y="959910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3">
              <a:extLst>
                <a:ext uri="{FF2B5EF4-FFF2-40B4-BE49-F238E27FC236}">
                  <a16:creationId xmlns:a16="http://schemas.microsoft.com/office/drawing/2014/main" id="{F65AD60C-8E9C-91D0-A040-01B26F54C30F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3">
              <a:extLst>
                <a:ext uri="{FF2B5EF4-FFF2-40B4-BE49-F238E27FC236}">
                  <a16:creationId xmlns:a16="http://schemas.microsoft.com/office/drawing/2014/main" id="{1CC296CA-8473-2589-E9C0-88E8D5EEFFA7}"/>
                </a:ext>
              </a:extLst>
            </p:cNvPr>
            <p:cNvSpPr/>
            <p:nvPr/>
          </p:nvSpPr>
          <p:spPr>
            <a:xfrm flipV="1">
              <a:off x="191664" y="957791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3">
              <a:extLst>
                <a:ext uri="{FF2B5EF4-FFF2-40B4-BE49-F238E27FC236}">
                  <a16:creationId xmlns:a16="http://schemas.microsoft.com/office/drawing/2014/main" id="{E01B9B7E-BFFA-0509-FCAE-79759755E300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BA68E1DB-DAFB-93B6-4FFE-5E772276C9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71D467-B3B1-6D4D-B978-0C1801898629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33403-86E0-5AD4-1B89-D5BF2FBFB868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E519F-8706-0AF8-797C-81A981924D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 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8717649-9A27-4B4F-A411-5B7CCB98A812}"/>
              </a:ext>
            </a:extLst>
          </p:cNvPr>
          <p:cNvSpPr/>
          <p:nvPr userDrawn="1"/>
        </p:nvSpPr>
        <p:spPr>
          <a:xfrm>
            <a:off x="8607" y="0"/>
            <a:ext cx="6711507" cy="867695"/>
          </a:xfrm>
          <a:prstGeom prst="rect">
            <a:avLst/>
          </a:prstGeom>
          <a:gradFill>
            <a:gsLst>
              <a:gs pos="66000">
                <a:srgbClr val="FBFCFE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FFFFFF">
                  <a:alpha val="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CE6E39CD-C195-E095-6BFF-0E0155F6A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882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652584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1] 간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11F39ABE-D3E9-DAB7-EA9E-AABDBB0BF1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832A04BF-1997-1193-9269-3181E66D1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4289" y="2807179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7B4145F2-41DF-B8E7-9FDA-473A8D89E6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74289" y="1762919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내용 개체 틀 5">
            <a:extLst>
              <a:ext uri="{FF2B5EF4-FFF2-40B4-BE49-F238E27FC236}">
                <a16:creationId xmlns:a16="http://schemas.microsoft.com/office/drawing/2014/main" id="{476B0213-148C-673C-7EF8-9181C8009C3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24140" y="4438880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F2C8D28-9B3F-403A-DF37-E4D2709DF1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607" y="106319"/>
            <a:ext cx="1142848" cy="73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183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1] 간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3">
            <a:extLst>
              <a:ext uri="{FF2B5EF4-FFF2-40B4-BE49-F238E27FC236}">
                <a16:creationId xmlns:a16="http://schemas.microsoft.com/office/drawing/2014/main" id="{763B2CBD-2D2C-07EE-5160-D3902C792CD5}"/>
              </a:ext>
            </a:extLst>
          </p:cNvPr>
          <p:cNvSpPr/>
          <p:nvPr userDrawn="1"/>
        </p:nvSpPr>
        <p:spPr>
          <a:xfrm flipV="1">
            <a:off x="661139" y="1087001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3">
            <a:extLst>
              <a:ext uri="{FF2B5EF4-FFF2-40B4-BE49-F238E27FC236}">
                <a16:creationId xmlns:a16="http://schemas.microsoft.com/office/drawing/2014/main" id="{94188DD2-0D9F-8F64-5095-6F69CFF521B8}"/>
              </a:ext>
            </a:extLst>
          </p:cNvPr>
          <p:cNvSpPr/>
          <p:nvPr userDrawn="1"/>
        </p:nvSpPr>
        <p:spPr>
          <a:xfrm flipV="1">
            <a:off x="186500" y="1067030"/>
            <a:ext cx="10096500" cy="229591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895D566-C40F-E30B-0F97-9BB821AF8A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6EAE8FE-0ACA-2C4E-647E-96BE9B555DA6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066593-B385-53D4-E55A-A0DCAE9B5A3A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5B9CF9C-8BE6-3D5C-8613-09A7CAE799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69" y="120511"/>
            <a:ext cx="1213567" cy="78232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9219D9E-D308-52C9-4147-D73AEBB04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4289" y="2807179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C0633E-0B40-4ACF-2D37-32BD86C6C27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74289" y="1762919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F4E230-4F4D-291E-A7A7-0399553A9BE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24140" y="4438880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56FE5C-FA32-2066-485C-00C4D25D0D47}"/>
              </a:ext>
            </a:extLst>
          </p:cNvPr>
          <p:cNvSpPr/>
          <p:nvPr userDrawn="1"/>
        </p:nvSpPr>
        <p:spPr>
          <a:xfrm>
            <a:off x="0" y="0"/>
            <a:ext cx="8627393" cy="1083543"/>
          </a:xfrm>
          <a:prstGeom prst="rect">
            <a:avLst/>
          </a:prstGeom>
          <a:gradFill>
            <a:gsLst>
              <a:gs pos="66000">
                <a:srgbClr val="FBFCFE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FFFFFF">
                  <a:alpha val="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8BCB8EB-12CD-7C29-5E6D-75D592E010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2737" y="0"/>
            <a:ext cx="45527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98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1] 간지1(세부구성도형 al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555E49-86A0-D92F-6AAE-04FE26D52F6A}"/>
              </a:ext>
            </a:extLst>
          </p:cNvPr>
          <p:cNvSpPr/>
          <p:nvPr userDrawn="1"/>
        </p:nvSpPr>
        <p:spPr>
          <a:xfrm>
            <a:off x="-7061712" y="-1153088"/>
            <a:ext cx="11597021" cy="805153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2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A92360-7CC9-89AA-2C67-FA4D29BF4290}"/>
              </a:ext>
            </a:extLst>
          </p:cNvPr>
          <p:cNvSpPr/>
          <p:nvPr userDrawn="1"/>
        </p:nvSpPr>
        <p:spPr>
          <a:xfrm rot="20946277" flipH="1">
            <a:off x="329463" y="-1003149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7F10DF50-E743-9832-7281-8C3EC005F745}"/>
              </a:ext>
            </a:extLst>
          </p:cNvPr>
          <p:cNvSpPr/>
          <p:nvPr userDrawn="1"/>
        </p:nvSpPr>
        <p:spPr>
          <a:xfrm>
            <a:off x="-748107" y="4658317"/>
            <a:ext cx="4399365" cy="4399365"/>
          </a:xfrm>
          <a:prstGeom prst="donut">
            <a:avLst>
              <a:gd name="adj" fmla="val 16939"/>
            </a:avLst>
          </a:prstGeom>
          <a:solidFill>
            <a:srgbClr val="94EEE9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F943B5-DB35-D710-F82A-41F5CA908D67}"/>
              </a:ext>
            </a:extLst>
          </p:cNvPr>
          <p:cNvSpPr/>
          <p:nvPr userDrawn="1"/>
        </p:nvSpPr>
        <p:spPr>
          <a:xfrm rot="653723">
            <a:off x="-400788" y="-1064551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9FF1A24-8095-36D1-9AE0-0AAE0580AF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3B23269-3E4E-FD36-1202-BA3442A0CF0E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2A9889-5893-A09E-19D1-1A75F93021CD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832A04BF-1997-1193-9269-3181E66D1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4289" y="2807179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7B4145F2-41DF-B8E7-9FDA-473A8D89E6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74289" y="1762919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내용 개체 틀 5">
            <a:extLst>
              <a:ext uri="{FF2B5EF4-FFF2-40B4-BE49-F238E27FC236}">
                <a16:creationId xmlns:a16="http://schemas.microsoft.com/office/drawing/2014/main" id="{476B0213-148C-673C-7EF8-9181C8009C3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24140" y="4438880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1B7007-3760-F2A0-D31A-1679D760B2BE}"/>
              </a:ext>
            </a:extLst>
          </p:cNvPr>
          <p:cNvGrpSpPr/>
          <p:nvPr userDrawn="1"/>
        </p:nvGrpSpPr>
        <p:grpSpPr>
          <a:xfrm>
            <a:off x="-165100" y="915211"/>
            <a:ext cx="11380610" cy="180176"/>
            <a:chOff x="-880" y="953779"/>
            <a:chExt cx="11380610" cy="180177"/>
          </a:xfrm>
        </p:grpSpPr>
        <p:sp>
          <p:nvSpPr>
            <p:cNvPr id="3" name="직사각형 3">
              <a:extLst>
                <a:ext uri="{FF2B5EF4-FFF2-40B4-BE49-F238E27FC236}">
                  <a16:creationId xmlns:a16="http://schemas.microsoft.com/office/drawing/2014/main" id="{55FB9585-A95B-B3CA-54EB-A17A1E07CEFC}"/>
                </a:ext>
              </a:extLst>
            </p:cNvPr>
            <p:cNvSpPr/>
            <p:nvPr/>
          </p:nvSpPr>
          <p:spPr>
            <a:xfrm flipV="1">
              <a:off x="95601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948AB14-7EA7-1CA6-4C68-EAD93D56C3CD}"/>
                </a:ext>
              </a:extLst>
            </p:cNvPr>
            <p:cNvSpPr/>
            <p:nvPr/>
          </p:nvSpPr>
          <p:spPr>
            <a:xfrm flipV="1">
              <a:off x="721216" y="955898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직사각형 3">
              <a:extLst>
                <a:ext uri="{FF2B5EF4-FFF2-40B4-BE49-F238E27FC236}">
                  <a16:creationId xmlns:a16="http://schemas.microsoft.com/office/drawing/2014/main" id="{116CD5CC-9B52-D3EE-CB91-50097F64D8F6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3">
              <a:extLst>
                <a:ext uri="{FF2B5EF4-FFF2-40B4-BE49-F238E27FC236}">
                  <a16:creationId xmlns:a16="http://schemas.microsoft.com/office/drawing/2014/main" id="{1A716281-53B9-986E-38EE-419F4FA40AC3}"/>
                </a:ext>
              </a:extLst>
            </p:cNvPr>
            <p:cNvSpPr/>
            <p:nvPr/>
          </p:nvSpPr>
          <p:spPr>
            <a:xfrm flipV="1">
              <a:off x="191664" y="953779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3">
              <a:extLst>
                <a:ext uri="{FF2B5EF4-FFF2-40B4-BE49-F238E27FC236}">
                  <a16:creationId xmlns:a16="http://schemas.microsoft.com/office/drawing/2014/main" id="{152532BF-89DC-D3FF-7781-3EED27C91FE4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FDD207-B5F2-FA2C-2CB5-6BA6AE1CE3B2}"/>
              </a:ext>
            </a:extLst>
          </p:cNvPr>
          <p:cNvSpPr/>
          <p:nvPr userDrawn="1"/>
        </p:nvSpPr>
        <p:spPr>
          <a:xfrm>
            <a:off x="8606" y="-262135"/>
            <a:ext cx="8627393" cy="1198662"/>
          </a:xfrm>
          <a:prstGeom prst="rect">
            <a:avLst/>
          </a:prstGeom>
          <a:gradFill>
            <a:gsLst>
              <a:gs pos="66000">
                <a:srgbClr val="FBFCFE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FFFFFF">
                  <a:alpha val="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058B468-BF4F-4010-8096-EEBC10F956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607" y="106319"/>
            <a:ext cx="1142848" cy="73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18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1] 간지2(세부구성도형 al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555E49-86A0-D92F-6AAE-04FE26D52F6A}"/>
              </a:ext>
            </a:extLst>
          </p:cNvPr>
          <p:cNvSpPr/>
          <p:nvPr userDrawn="1"/>
        </p:nvSpPr>
        <p:spPr>
          <a:xfrm>
            <a:off x="-7061712" y="-1153088"/>
            <a:ext cx="11597021" cy="805153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2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A92360-7CC9-89AA-2C67-FA4D29BF4290}"/>
              </a:ext>
            </a:extLst>
          </p:cNvPr>
          <p:cNvSpPr/>
          <p:nvPr userDrawn="1"/>
        </p:nvSpPr>
        <p:spPr>
          <a:xfrm rot="20946277" flipH="1">
            <a:off x="329463" y="-1003149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7F10DF50-E743-9832-7281-8C3EC005F745}"/>
              </a:ext>
            </a:extLst>
          </p:cNvPr>
          <p:cNvSpPr/>
          <p:nvPr userDrawn="1"/>
        </p:nvSpPr>
        <p:spPr>
          <a:xfrm>
            <a:off x="-748107" y="4658317"/>
            <a:ext cx="4399365" cy="4399365"/>
          </a:xfrm>
          <a:prstGeom prst="donut">
            <a:avLst>
              <a:gd name="adj" fmla="val 16939"/>
            </a:avLst>
          </a:prstGeom>
          <a:solidFill>
            <a:srgbClr val="94EEE9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직사각형 3">
            <a:extLst>
              <a:ext uri="{FF2B5EF4-FFF2-40B4-BE49-F238E27FC236}">
                <a16:creationId xmlns:a16="http://schemas.microsoft.com/office/drawing/2014/main" id="{93F4E4B7-8B75-A8B2-3D35-57EA566E4F05}"/>
              </a:ext>
            </a:extLst>
          </p:cNvPr>
          <p:cNvSpPr/>
          <p:nvPr userDrawn="1"/>
        </p:nvSpPr>
        <p:spPr>
          <a:xfrm flipV="1">
            <a:off x="882571" y="1087001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rgbClr val="94EEE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3">
            <a:extLst>
              <a:ext uri="{FF2B5EF4-FFF2-40B4-BE49-F238E27FC236}">
                <a16:creationId xmlns:a16="http://schemas.microsoft.com/office/drawing/2014/main" id="{EE24BC96-E017-9C80-67B8-995DF8E9BE8A}"/>
              </a:ext>
            </a:extLst>
          </p:cNvPr>
          <p:cNvSpPr/>
          <p:nvPr userDrawn="1"/>
        </p:nvSpPr>
        <p:spPr>
          <a:xfrm flipV="1">
            <a:off x="661139" y="1087001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3">
            <a:extLst>
              <a:ext uri="{FF2B5EF4-FFF2-40B4-BE49-F238E27FC236}">
                <a16:creationId xmlns:a16="http://schemas.microsoft.com/office/drawing/2014/main" id="{43C7713A-91A3-19EA-2846-37F883173141}"/>
              </a:ext>
            </a:extLst>
          </p:cNvPr>
          <p:cNvSpPr/>
          <p:nvPr userDrawn="1"/>
        </p:nvSpPr>
        <p:spPr>
          <a:xfrm flipV="1">
            <a:off x="510828" y="1083543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rgbClr val="2F5597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F943B5-DB35-D710-F82A-41F5CA908D67}"/>
              </a:ext>
            </a:extLst>
          </p:cNvPr>
          <p:cNvSpPr/>
          <p:nvPr userDrawn="1"/>
        </p:nvSpPr>
        <p:spPr>
          <a:xfrm rot="653723">
            <a:off x="-400788" y="-1064551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7" name="직사각형 3">
            <a:extLst>
              <a:ext uri="{FF2B5EF4-FFF2-40B4-BE49-F238E27FC236}">
                <a16:creationId xmlns:a16="http://schemas.microsoft.com/office/drawing/2014/main" id="{79D174CD-06E4-43AF-738F-C2E0AA222E3F}"/>
              </a:ext>
            </a:extLst>
          </p:cNvPr>
          <p:cNvSpPr/>
          <p:nvPr userDrawn="1"/>
        </p:nvSpPr>
        <p:spPr>
          <a:xfrm flipV="1">
            <a:off x="186500" y="1067030"/>
            <a:ext cx="10096500" cy="229591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FDD207-B5F2-FA2C-2CB5-6BA6AE1CE3B2}"/>
              </a:ext>
            </a:extLst>
          </p:cNvPr>
          <p:cNvSpPr/>
          <p:nvPr userDrawn="1"/>
        </p:nvSpPr>
        <p:spPr>
          <a:xfrm>
            <a:off x="8606" y="-262136"/>
            <a:ext cx="8627393" cy="1357523"/>
          </a:xfrm>
          <a:prstGeom prst="rect">
            <a:avLst/>
          </a:prstGeom>
          <a:gradFill>
            <a:gsLst>
              <a:gs pos="66000">
                <a:srgbClr val="FBFCFE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FFFFFF">
                  <a:alpha val="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3">
            <a:extLst>
              <a:ext uri="{FF2B5EF4-FFF2-40B4-BE49-F238E27FC236}">
                <a16:creationId xmlns:a16="http://schemas.microsoft.com/office/drawing/2014/main" id="{C956F1A1-8776-64C6-0A61-3C072DDBD0AF}"/>
              </a:ext>
            </a:extLst>
          </p:cNvPr>
          <p:cNvSpPr/>
          <p:nvPr userDrawn="1"/>
        </p:nvSpPr>
        <p:spPr>
          <a:xfrm flipV="1">
            <a:off x="0" y="1088252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9FF1A24-8095-36D1-9AE0-0AAE0580AF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3B23269-3E4E-FD36-1202-BA3442A0CF0E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2A9889-5893-A09E-19D1-1A75F93021CD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354FFD-9EAB-31F9-E450-04E58D66F0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69" y="120511"/>
            <a:ext cx="1213567" cy="782328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832A04BF-1997-1193-9269-3181E66D1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4289" y="2807179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7B4145F2-41DF-B8E7-9FDA-473A8D89E6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74289" y="1762919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내용 개체 틀 5">
            <a:extLst>
              <a:ext uri="{FF2B5EF4-FFF2-40B4-BE49-F238E27FC236}">
                <a16:creationId xmlns:a16="http://schemas.microsoft.com/office/drawing/2014/main" id="{476B0213-148C-673C-7EF8-9181C8009C3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24140" y="4438880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7477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2]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0E8F9B-FD0D-F59C-AC44-0A1DBEB232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99" y="0"/>
            <a:ext cx="12179301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161FD65-9E00-A330-2D09-0D7F5A4639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466" y="5774351"/>
            <a:ext cx="539142" cy="5592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B1D1C7-78DF-C550-1A6A-D37DA218685D}"/>
              </a:ext>
            </a:extLst>
          </p:cNvPr>
          <p:cNvSpPr txBox="1"/>
          <p:nvPr userDrawn="1"/>
        </p:nvSpPr>
        <p:spPr>
          <a:xfrm>
            <a:off x="3652608" y="5823154"/>
            <a:ext cx="5906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2060"/>
                </a:solidFill>
                <a:latin typeface="Nirmala UI" panose="020B0604020202020204" pitchFamily="34" charset="0"/>
                <a:ea typeface="나눔고딕" panose="020D0604000000000000" pitchFamily="50" charset="-127"/>
                <a:cs typeface="Nirmala UI" panose="020B0604020202020204" pitchFamily="34" charset="0"/>
              </a:rPr>
              <a:t>Seoul National University</a:t>
            </a:r>
          </a:p>
          <a:p>
            <a:r>
              <a:rPr lang="en-US" altLang="ko-KR" sz="2400" dirty="0">
                <a:solidFill>
                  <a:srgbClr val="002060"/>
                </a:solidFill>
                <a:latin typeface="Nirmala UI" panose="020B0604020202020204" pitchFamily="34" charset="0"/>
                <a:ea typeface="나눔고딕" panose="020D0604000000000000" pitchFamily="50" charset="-127"/>
                <a:cs typeface="Nirmala UI" panose="020B0604020202020204" pitchFamily="34" charset="0"/>
              </a:rPr>
              <a:t>Graduate School of Data Science</a:t>
            </a:r>
            <a:endParaRPr lang="ko-KR" altLang="en-US" sz="2400" dirty="0">
              <a:solidFill>
                <a:srgbClr val="002060"/>
              </a:solidFill>
              <a:latin typeface="Nirmala UI" panose="020B0604020202020204" pitchFamily="34" charset="0"/>
              <a:ea typeface="나눔고딕" panose="020D0604000000000000" pitchFamily="50" charset="-127"/>
              <a:cs typeface="Nirmala UI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1CCF1F5D-BE1F-F390-4015-01FDBB808D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24465" y="1668621"/>
            <a:ext cx="10107827" cy="128374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lvl="0" algn="ctr">
              <a:buSzPts val="5200"/>
            </a:pPr>
            <a:r>
              <a:rPr lang="en-US" altLang="ko-KR" sz="6000" b="1" i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  <a:r>
              <a:rPr lang="ko-KR" altLang="en-US" sz="6000" b="1" i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입력하세요</a:t>
            </a:r>
            <a:endParaRPr lang="en-US" altLang="ko-KR" sz="6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0E93D1F5-B361-EE8B-5298-100110527A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5380"/>
            <a:ext cx="9144000" cy="20134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altLang="ko-KR" sz="2800" b="0" i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Presented by</a:t>
            </a:r>
            <a:r>
              <a:rPr lang="en-US" altLang="ko-KR" sz="2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altLang="ko-KR" sz="2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000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lang="en-US" altLang="ko-KR" sz="2800" i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# or date (ex . July 14, 2023) </a:t>
            </a:r>
            <a:endParaRPr lang="en-US" altLang="ko-KR" sz="2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836EB0D5-11CC-7F15-4703-AE4E70041FD3}"/>
              </a:ext>
            </a:extLst>
          </p:cNvPr>
          <p:cNvSpPr txBox="1">
            <a:spLocks/>
          </p:cNvSpPr>
          <p:nvPr userDrawn="1"/>
        </p:nvSpPr>
        <p:spPr>
          <a:xfrm>
            <a:off x="1517650" y="4683957"/>
            <a:ext cx="9144000" cy="814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200"/>
              <a:buFont typeface="Arial"/>
              <a:buNone/>
            </a:pPr>
            <a:endParaRPr lang="en-US" altLang="ko-KR" sz="2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0871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[2] 표지">
    <p:bg>
      <p:bgPr>
        <a:solidFill>
          <a:srgbClr val="000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0E8F9B-FD0D-F59C-AC44-0A1DBEB232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060" y="2069219"/>
            <a:ext cx="12179301" cy="6858000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1CCF1F5D-BE1F-F390-4015-01FDBB808D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24465" y="1668621"/>
            <a:ext cx="10107827" cy="128374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lvl="0" algn="ctr">
              <a:buSzPts val="5200"/>
            </a:pPr>
            <a:r>
              <a:rPr lang="en-US" altLang="ko-KR" sz="6000" b="1" i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  <a:r>
              <a:rPr lang="ko-KR" altLang="en-US" sz="6000" b="1" i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입력하세요</a:t>
            </a:r>
            <a:endParaRPr lang="en-US" altLang="ko-KR" sz="6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0E93D1F5-B361-EE8B-5298-100110527A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5380"/>
            <a:ext cx="9144000" cy="20134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altLang="ko-KR" sz="2800" b="0" i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Presented by</a:t>
            </a:r>
            <a:r>
              <a:rPr lang="en-US" altLang="ko-KR" sz="2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altLang="ko-KR" sz="2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000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lang="en-US" altLang="ko-KR" sz="2800" i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# or date (ex . July 14, 2023) </a:t>
            </a:r>
            <a:endParaRPr lang="en-US" altLang="ko-KR" sz="2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836EB0D5-11CC-7F15-4703-AE4E70041FD3}"/>
              </a:ext>
            </a:extLst>
          </p:cNvPr>
          <p:cNvSpPr txBox="1">
            <a:spLocks/>
          </p:cNvSpPr>
          <p:nvPr userDrawn="1"/>
        </p:nvSpPr>
        <p:spPr>
          <a:xfrm>
            <a:off x="1517650" y="4683957"/>
            <a:ext cx="9144000" cy="814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200"/>
              <a:buFont typeface="Arial"/>
              <a:buNone/>
            </a:pPr>
            <a:endParaRPr lang="en-US" altLang="ko-KR" sz="2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B5E3AC-5F69-BFA4-A665-846740D89FAF}"/>
              </a:ext>
            </a:extLst>
          </p:cNvPr>
          <p:cNvSpPr/>
          <p:nvPr userDrawn="1"/>
        </p:nvSpPr>
        <p:spPr>
          <a:xfrm rot="692494">
            <a:off x="276652" y="-236285"/>
            <a:ext cx="1075765" cy="7330568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654FB3-FA7A-9F01-15B9-1074D3DE9007}"/>
              </a:ext>
            </a:extLst>
          </p:cNvPr>
          <p:cNvSpPr/>
          <p:nvPr userDrawn="1"/>
        </p:nvSpPr>
        <p:spPr>
          <a:xfrm rot="20907506" flipV="1">
            <a:off x="1689233" y="-236283"/>
            <a:ext cx="1075765" cy="7330568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58F613-261E-3BB9-3C7A-9D43B865629D}"/>
              </a:ext>
            </a:extLst>
          </p:cNvPr>
          <p:cNvSpPr/>
          <p:nvPr userDrawn="1"/>
        </p:nvSpPr>
        <p:spPr>
          <a:xfrm flipV="1">
            <a:off x="2811671" y="-472568"/>
            <a:ext cx="1075765" cy="7330568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" name="Donut 5">
            <a:extLst>
              <a:ext uri="{FF2B5EF4-FFF2-40B4-BE49-F238E27FC236}">
                <a16:creationId xmlns:a16="http://schemas.microsoft.com/office/drawing/2014/main" id="{9387B38E-5505-E781-6972-348AADD62A98}"/>
              </a:ext>
            </a:extLst>
          </p:cNvPr>
          <p:cNvSpPr/>
          <p:nvPr userDrawn="1"/>
        </p:nvSpPr>
        <p:spPr>
          <a:xfrm>
            <a:off x="2811671" y="2338181"/>
            <a:ext cx="4565612" cy="4565612"/>
          </a:xfrm>
          <a:prstGeom prst="donut">
            <a:avLst>
              <a:gd name="adj" fmla="val 23450"/>
            </a:avLst>
          </a:prstGeom>
          <a:solidFill>
            <a:srgbClr val="30DCD8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6A2FA0-6A52-144C-9E52-529F03167725}"/>
              </a:ext>
            </a:extLst>
          </p:cNvPr>
          <p:cNvSpPr/>
          <p:nvPr userDrawn="1"/>
        </p:nvSpPr>
        <p:spPr>
          <a:xfrm rot="5400000" flipV="1">
            <a:off x="6957604" y="-2246434"/>
            <a:ext cx="1075765" cy="9367631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6696D6-BA43-C10D-633F-BBE3678764AF}"/>
              </a:ext>
            </a:extLst>
          </p:cNvPr>
          <p:cNvSpPr/>
          <p:nvPr userDrawn="1"/>
        </p:nvSpPr>
        <p:spPr>
          <a:xfrm rot="10800000" flipV="1">
            <a:off x="9051177" y="1899499"/>
            <a:ext cx="1075765" cy="4958501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8425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[2]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F0C931-DA5E-8521-2B4E-7DAF329E6E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92C"/>
              </a:gs>
              <a:gs pos="44000">
                <a:srgbClr val="000B39"/>
              </a:gs>
              <a:gs pos="85000">
                <a:srgbClr val="9A9EC4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1CCF1F5D-BE1F-F390-4015-01FDBB808D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24465" y="1668621"/>
            <a:ext cx="10107827" cy="1283745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 algn="ctr">
              <a:buSzPts val="5200"/>
            </a:pPr>
            <a:r>
              <a:rPr lang="en-US" altLang="ko-KR" sz="6000" b="1" i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  <a:r>
              <a:rPr lang="ko-KR" altLang="en-US" sz="6000" b="1" i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입력하세요</a:t>
            </a:r>
            <a:endParaRPr lang="en-US" altLang="ko-KR" sz="6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0E93D1F5-B361-EE8B-5298-100110527A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5380"/>
            <a:ext cx="9144000" cy="20134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altLang="ko-KR" sz="2800" b="0" i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Presented by</a:t>
            </a:r>
            <a:r>
              <a:rPr lang="en-US" altLang="ko-KR" sz="2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altLang="ko-KR" sz="2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000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lang="en-US" altLang="ko-KR" sz="2800" i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# or date (ex . July 14, 2023) </a:t>
            </a:r>
            <a:endParaRPr lang="en-US" altLang="ko-KR" sz="2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836EB0D5-11CC-7F15-4703-AE4E70041FD3}"/>
              </a:ext>
            </a:extLst>
          </p:cNvPr>
          <p:cNvSpPr txBox="1">
            <a:spLocks/>
          </p:cNvSpPr>
          <p:nvPr userDrawn="1"/>
        </p:nvSpPr>
        <p:spPr>
          <a:xfrm>
            <a:off x="1517650" y="4683957"/>
            <a:ext cx="9144000" cy="814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200"/>
              <a:buFont typeface="Arial"/>
              <a:buNone/>
            </a:pPr>
            <a:endParaRPr lang="en-US" altLang="ko-KR" sz="2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AFEDA3-8E7F-C7B4-9261-8921840CE808}"/>
              </a:ext>
            </a:extLst>
          </p:cNvPr>
          <p:cNvSpPr/>
          <p:nvPr userDrawn="1"/>
        </p:nvSpPr>
        <p:spPr>
          <a:xfrm rot="692494">
            <a:off x="722324" y="-236285"/>
            <a:ext cx="1075765" cy="7330568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166712-4F52-28A5-7B02-22087C977053}"/>
              </a:ext>
            </a:extLst>
          </p:cNvPr>
          <p:cNvSpPr/>
          <p:nvPr userDrawn="1"/>
        </p:nvSpPr>
        <p:spPr>
          <a:xfrm rot="20907506" flipV="1">
            <a:off x="2134905" y="-236283"/>
            <a:ext cx="1075765" cy="7330568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4A7F33-2620-7951-3276-684D1D9CE229}"/>
              </a:ext>
            </a:extLst>
          </p:cNvPr>
          <p:cNvSpPr/>
          <p:nvPr userDrawn="1"/>
        </p:nvSpPr>
        <p:spPr>
          <a:xfrm flipV="1">
            <a:off x="3257343" y="-472568"/>
            <a:ext cx="1075765" cy="7330568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Donut 10">
            <a:extLst>
              <a:ext uri="{FF2B5EF4-FFF2-40B4-BE49-F238E27FC236}">
                <a16:creationId xmlns:a16="http://schemas.microsoft.com/office/drawing/2014/main" id="{BADC0CA2-0584-5291-FE94-BBFDEFF7DEF1}"/>
              </a:ext>
            </a:extLst>
          </p:cNvPr>
          <p:cNvSpPr/>
          <p:nvPr userDrawn="1"/>
        </p:nvSpPr>
        <p:spPr>
          <a:xfrm>
            <a:off x="3281699" y="2338181"/>
            <a:ext cx="4565612" cy="4565612"/>
          </a:xfrm>
          <a:prstGeom prst="donut">
            <a:avLst>
              <a:gd name="adj" fmla="val 23450"/>
            </a:avLst>
          </a:prstGeom>
          <a:solidFill>
            <a:srgbClr val="30DCD8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2F4BB-242D-B77B-3FAB-DA8E3EFBC98D}"/>
              </a:ext>
            </a:extLst>
          </p:cNvPr>
          <p:cNvSpPr/>
          <p:nvPr userDrawn="1"/>
        </p:nvSpPr>
        <p:spPr>
          <a:xfrm rot="5400000" flipV="1">
            <a:off x="7180440" y="-2023598"/>
            <a:ext cx="1075765" cy="8921959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FA45FE-3FD1-AD74-7CD3-C7136CD94CDE}"/>
              </a:ext>
            </a:extLst>
          </p:cNvPr>
          <p:cNvSpPr/>
          <p:nvPr userDrawn="1"/>
        </p:nvSpPr>
        <p:spPr>
          <a:xfrm rot="10800000" flipV="1">
            <a:off x="9051177" y="1899499"/>
            <a:ext cx="1075765" cy="4958501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4" name="그림 27">
            <a:extLst>
              <a:ext uri="{FF2B5EF4-FFF2-40B4-BE49-F238E27FC236}">
                <a16:creationId xmlns:a16="http://schemas.microsoft.com/office/drawing/2014/main" id="{EE3720B1-5D7D-78C2-EB88-60791F2A40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02" y="6176467"/>
            <a:ext cx="494959" cy="5134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279319-F4CA-B57C-CD36-492B88A1D074}"/>
              </a:ext>
            </a:extLst>
          </p:cNvPr>
          <p:cNvSpPr txBox="1"/>
          <p:nvPr userDrawn="1"/>
        </p:nvSpPr>
        <p:spPr>
          <a:xfrm>
            <a:off x="703882" y="6140798"/>
            <a:ext cx="3359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0" dirty="0">
                <a:solidFill>
                  <a:srgbClr val="002060"/>
                </a:solidFill>
                <a:latin typeface="Sofia Pro Light" pitchFamily="2" charset="77"/>
                <a:ea typeface="나눔고딕" panose="020D0604000000000000" pitchFamily="50" charset="-127"/>
                <a:cs typeface="맑은 고딕 Semilight" panose="020B0502040204020203" pitchFamily="50" charset="-127"/>
              </a:rPr>
              <a:t>Seoul National University</a:t>
            </a:r>
          </a:p>
          <a:p>
            <a:r>
              <a:rPr lang="en-US" altLang="ko-KR" sz="1600" b="0" dirty="0">
                <a:solidFill>
                  <a:srgbClr val="002060"/>
                </a:solidFill>
                <a:latin typeface="Sofia Pro Light" pitchFamily="2" charset="7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 School of Data Science</a:t>
            </a:r>
            <a:endParaRPr lang="ko-KR" altLang="en-US" sz="1600" b="0" dirty="0">
              <a:solidFill>
                <a:srgbClr val="002060"/>
              </a:solidFill>
              <a:latin typeface="Sofia Pro Light" pitchFamily="2" charset="7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6161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[2]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F0C931-DA5E-8521-2B4E-7DAF329E6E61}"/>
              </a:ext>
            </a:extLst>
          </p:cNvPr>
          <p:cNvSpPr/>
          <p:nvPr userDrawn="1"/>
        </p:nvSpPr>
        <p:spPr>
          <a:xfrm>
            <a:off x="0" y="0"/>
            <a:ext cx="4333108" cy="6858000"/>
          </a:xfrm>
          <a:prstGeom prst="rect">
            <a:avLst/>
          </a:prstGeom>
          <a:gradFill flip="none" rotWithShape="1">
            <a:gsLst>
              <a:gs pos="0">
                <a:srgbClr val="00092C"/>
              </a:gs>
              <a:gs pos="44000">
                <a:srgbClr val="000B39"/>
              </a:gs>
              <a:gs pos="85000">
                <a:srgbClr val="9A9EC4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1CCF1F5D-BE1F-F390-4015-01FDBB808D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24466" y="1668621"/>
            <a:ext cx="2132877" cy="1283745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 algn="ctr">
              <a:buSzPts val="5200"/>
            </a:pPr>
            <a:r>
              <a:rPr lang="ko-KR" altLang="en-US" sz="6000" b="1" i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목차</a:t>
            </a:r>
            <a:endParaRPr lang="en-US" altLang="ko-KR" sz="6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0E93D1F5-B361-EE8B-5298-100110527A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3428" y="422622"/>
            <a:ext cx="5998222" cy="56665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altLang="ko-KR" sz="2800" b="0" i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Presented by</a:t>
            </a:r>
            <a:r>
              <a:rPr lang="en-US" altLang="ko-KR" sz="2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altLang="ko-KR" sz="2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000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lang="en-US" altLang="ko-KR" sz="2800" i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# or date (ex . July 14, 2023) </a:t>
            </a:r>
            <a:endParaRPr lang="en-US" altLang="ko-KR" sz="2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836EB0D5-11CC-7F15-4703-AE4E70041FD3}"/>
              </a:ext>
            </a:extLst>
          </p:cNvPr>
          <p:cNvSpPr txBox="1">
            <a:spLocks/>
          </p:cNvSpPr>
          <p:nvPr userDrawn="1"/>
        </p:nvSpPr>
        <p:spPr>
          <a:xfrm>
            <a:off x="1517650" y="4683957"/>
            <a:ext cx="9144000" cy="814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200"/>
              <a:buFont typeface="Arial"/>
              <a:buNone/>
            </a:pPr>
            <a:endParaRPr lang="en-US" altLang="ko-KR" sz="2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AFEDA3-8E7F-C7B4-9261-8921840CE808}"/>
              </a:ext>
            </a:extLst>
          </p:cNvPr>
          <p:cNvSpPr/>
          <p:nvPr userDrawn="1"/>
        </p:nvSpPr>
        <p:spPr>
          <a:xfrm rot="692494">
            <a:off x="722324" y="-236285"/>
            <a:ext cx="1075765" cy="7330568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166712-4F52-28A5-7B02-22087C977053}"/>
              </a:ext>
            </a:extLst>
          </p:cNvPr>
          <p:cNvSpPr/>
          <p:nvPr userDrawn="1"/>
        </p:nvSpPr>
        <p:spPr>
          <a:xfrm rot="20907506" flipV="1">
            <a:off x="2134905" y="-236283"/>
            <a:ext cx="1075765" cy="7330568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4A7F33-2620-7951-3276-684D1D9CE229}"/>
              </a:ext>
            </a:extLst>
          </p:cNvPr>
          <p:cNvSpPr/>
          <p:nvPr userDrawn="1"/>
        </p:nvSpPr>
        <p:spPr>
          <a:xfrm flipV="1">
            <a:off x="3257343" y="-472568"/>
            <a:ext cx="1075765" cy="7330568"/>
          </a:xfrm>
          <a:prstGeom prst="rect">
            <a:avLst/>
          </a:prstGeom>
          <a:solidFill>
            <a:schemeClr val="bg1">
              <a:alpha val="68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" name="Donut 2">
            <a:extLst>
              <a:ext uri="{FF2B5EF4-FFF2-40B4-BE49-F238E27FC236}">
                <a16:creationId xmlns:a16="http://schemas.microsoft.com/office/drawing/2014/main" id="{86574ABF-D703-E64A-DE08-FB3FD9AB1D70}"/>
              </a:ext>
            </a:extLst>
          </p:cNvPr>
          <p:cNvSpPr/>
          <p:nvPr userDrawn="1"/>
        </p:nvSpPr>
        <p:spPr>
          <a:xfrm>
            <a:off x="3281699" y="2338181"/>
            <a:ext cx="4565612" cy="4565612"/>
          </a:xfrm>
          <a:prstGeom prst="donut">
            <a:avLst>
              <a:gd name="adj" fmla="val 23450"/>
            </a:avLst>
          </a:prstGeom>
          <a:solidFill>
            <a:srgbClr val="30DCD8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DC417-195E-D2EA-461C-A7254EED072C}"/>
              </a:ext>
            </a:extLst>
          </p:cNvPr>
          <p:cNvSpPr/>
          <p:nvPr userDrawn="1"/>
        </p:nvSpPr>
        <p:spPr>
          <a:xfrm>
            <a:off x="4333108" y="0"/>
            <a:ext cx="78588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2F36344-3348-1E48-3FCA-AB656A7515D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21077" y="353466"/>
            <a:ext cx="7058654" cy="6139542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400" b="1" i="0">
                <a:solidFill>
                  <a:srgbClr val="00206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685800" indent="-228600">
              <a:lnSpc>
                <a:spcPct val="100000"/>
              </a:lnSpc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000" b="1" i="0">
                <a:solidFill>
                  <a:srgbClr val="5F637F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defRPr>
            </a:lvl2pPr>
            <a:lvl3pPr>
              <a:defRPr b="0" i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defRPr>
            </a:lvl3pPr>
            <a:lvl4pPr marL="1600200" indent="-228600">
              <a:buFont typeface="Calibri Light" panose="020F0302020204030204" pitchFamily="34" charset="0"/>
              <a:buChar char="−"/>
              <a:defRPr b="0" i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defRPr>
            </a:lvl4pPr>
            <a:lvl5pPr marL="2057400" indent="-228600">
              <a:buFont typeface="Calibri Light" panose="020F0302020204030204" pitchFamily="34" charset="0"/>
              <a:buChar char="◦"/>
              <a:defRPr b="0" i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</a:t>
            </a:r>
            <a:r>
              <a:rPr lang="ko-KR" altLang="en-US" dirty="0" err="1"/>
              <a:t>클릭두</a:t>
            </a:r>
            <a:r>
              <a:rPr lang="ko-KR" altLang="en-US" dirty="0"/>
              <a:t> 마스터 텍스트 스타일을 편집하려면 </a:t>
            </a:r>
            <a:r>
              <a:rPr lang="ko-KR" altLang="en-US" dirty="0" err="1"/>
              <a:t>클릭두</a:t>
            </a:r>
            <a:r>
              <a:rPr lang="ko-KR" altLang="en-US" dirty="0"/>
              <a:t> 마스터 텍스트 스타일을 편집하려면 </a:t>
            </a:r>
            <a:r>
              <a:rPr lang="ko-KR" altLang="en-US" dirty="0" err="1"/>
              <a:t>클릭두</a:t>
            </a:r>
            <a:r>
              <a:rPr lang="ko-KR" altLang="en-US" dirty="0"/>
              <a:t> 마스터 텍스트 스타일을 편집하려면 </a:t>
            </a:r>
            <a:r>
              <a:rPr lang="ko-KR" altLang="en-US" dirty="0" err="1"/>
              <a:t>클릭두</a:t>
            </a:r>
            <a:endParaRPr lang="en-US" altLang="ko-KR" dirty="0"/>
          </a:p>
          <a:p>
            <a:pPr lvl="1"/>
            <a:r>
              <a:rPr lang="ko-KR" altLang="en-US" dirty="0"/>
              <a:t>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45997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[2]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0E8F9B-FD0D-F59C-AC44-0A1DBEB232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rcRect r="67713"/>
          <a:stretch/>
        </p:blipFill>
        <p:spPr>
          <a:xfrm>
            <a:off x="12700" y="0"/>
            <a:ext cx="3932284" cy="6858000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1CCF1F5D-BE1F-F390-4015-01FDBB808D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24465" y="1668621"/>
            <a:ext cx="10107827" cy="128374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lvl="0" algn="ctr">
              <a:buSzPts val="5200"/>
            </a:pPr>
            <a:r>
              <a:rPr lang="en-US" altLang="ko-KR" sz="6000" b="1" i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  <a:r>
              <a:rPr lang="ko-KR" altLang="en-US" sz="6000" b="1" i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입력하세요</a:t>
            </a:r>
            <a:endParaRPr lang="en-US" altLang="ko-KR" sz="6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0E93D1F5-B361-EE8B-5298-100110527A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5380"/>
            <a:ext cx="9144000" cy="20134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altLang="ko-KR" sz="2800" b="0" i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Presented by</a:t>
            </a:r>
            <a:r>
              <a:rPr lang="en-US" altLang="ko-KR" sz="2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altLang="ko-KR" sz="2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000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lang="en-US" altLang="ko-KR" sz="2800" i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# or date (ex . July 14, 2023) </a:t>
            </a:r>
            <a:endParaRPr lang="en-US" altLang="ko-KR" sz="2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836EB0D5-11CC-7F15-4703-AE4E70041FD3}"/>
              </a:ext>
            </a:extLst>
          </p:cNvPr>
          <p:cNvSpPr txBox="1">
            <a:spLocks/>
          </p:cNvSpPr>
          <p:nvPr userDrawn="1"/>
        </p:nvSpPr>
        <p:spPr>
          <a:xfrm>
            <a:off x="1517650" y="4683957"/>
            <a:ext cx="9144000" cy="814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200"/>
              <a:buFont typeface="Arial"/>
              <a:buNone/>
            </a:pPr>
            <a:endParaRPr lang="en-US" altLang="ko-KR" sz="2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2388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2] 간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CE0050C3-EB6F-2837-260B-3F7FB3124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제목 1">
            <a:extLst>
              <a:ext uri="{FF2B5EF4-FFF2-40B4-BE49-F238E27FC236}">
                <a16:creationId xmlns:a16="http://schemas.microsoft.com/office/drawing/2014/main" id="{7CD37660-8D96-A1C2-07BF-C12D92523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4289" y="2635729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414AEC4D-8EC6-6E53-2CF8-C1396034863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74289" y="1591469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내용 개체 틀 5">
            <a:extLst>
              <a:ext uri="{FF2B5EF4-FFF2-40B4-BE49-F238E27FC236}">
                <a16:creationId xmlns:a16="http://schemas.microsoft.com/office/drawing/2014/main" id="{28A6C126-6276-85FD-9BAE-8D5C9A65558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24140" y="4267430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6B3B456-6773-FE4D-C4D6-C81C0BA41F52}"/>
              </a:ext>
            </a:extLst>
          </p:cNvPr>
          <p:cNvSpPr/>
          <p:nvPr userDrawn="1"/>
        </p:nvSpPr>
        <p:spPr>
          <a:xfrm>
            <a:off x="0" y="6558287"/>
            <a:ext cx="12192000" cy="2616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E4EA05B-039D-A109-8B28-183FFC7F20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516" y="6566482"/>
            <a:ext cx="223459" cy="23180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6BF7735-6E02-F223-9B45-17BF7E546B44}"/>
              </a:ext>
            </a:extLst>
          </p:cNvPr>
          <p:cNvSpPr txBox="1"/>
          <p:nvPr userDrawn="1"/>
        </p:nvSpPr>
        <p:spPr>
          <a:xfrm>
            <a:off x="11763375" y="649848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chemeClr val="bg1"/>
                </a:solidFill>
              </a:rPr>
              <a:t>‹#›</a:t>
            </a:fld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AB5AD1-DD15-5981-96EB-C743AFD4D4BE}"/>
              </a:ext>
            </a:extLst>
          </p:cNvPr>
          <p:cNvSpPr txBox="1"/>
          <p:nvPr userDrawn="1"/>
        </p:nvSpPr>
        <p:spPr>
          <a:xfrm>
            <a:off x="9027581" y="65459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47F3FF8-B5F2-186E-8DAC-C74DF5936B1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279" y="173112"/>
            <a:ext cx="1213567" cy="782328"/>
          </a:xfrm>
          <a:prstGeom prst="rect">
            <a:avLst/>
          </a:prstGeom>
        </p:spPr>
      </p:pic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1E1C3386-D780-3EC7-AE13-2BB598458BA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92544" y="6603448"/>
            <a:ext cx="1454150" cy="20875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과목명 및 </a:t>
            </a:r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75040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2] 간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31889655-B52C-D859-FE50-9C93273261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A60FB60E-57DE-AF09-B504-E564E5E90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6979" y="2103437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26" name="텍스트 개체 틀 4">
            <a:extLst>
              <a:ext uri="{FF2B5EF4-FFF2-40B4-BE49-F238E27FC236}">
                <a16:creationId xmlns:a16="http://schemas.microsoft.com/office/drawing/2014/main" id="{4DA35638-46F3-7CB8-38F6-02235EC5DE2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026979" y="1059177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내용 개체 틀 5">
            <a:extLst>
              <a:ext uri="{FF2B5EF4-FFF2-40B4-BE49-F238E27FC236}">
                <a16:creationId xmlns:a16="http://schemas.microsoft.com/office/drawing/2014/main" id="{A6164E54-275D-F2A7-D349-70BC890D5B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76830" y="3735138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350D50A-C44D-5421-AE07-997B576EB3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516" y="6566482"/>
            <a:ext cx="223459" cy="23180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07EB98B-41F5-9DF4-0631-5FC5FDE25A89}"/>
              </a:ext>
            </a:extLst>
          </p:cNvPr>
          <p:cNvSpPr txBox="1"/>
          <p:nvPr userDrawn="1"/>
        </p:nvSpPr>
        <p:spPr>
          <a:xfrm>
            <a:off x="11763375" y="649848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chemeClr val="bg1"/>
                </a:solidFill>
              </a:rPr>
              <a:t>‹#›</a:t>
            </a:fld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3D82F3-0225-CF2A-9E4A-E935E9741886}"/>
              </a:ext>
            </a:extLst>
          </p:cNvPr>
          <p:cNvSpPr txBox="1"/>
          <p:nvPr userDrawn="1"/>
        </p:nvSpPr>
        <p:spPr>
          <a:xfrm>
            <a:off x="9027581" y="65459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4C5F4BF5-E4E3-E91E-C740-475E87FF8A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279" y="173112"/>
            <a:ext cx="1213567" cy="782328"/>
          </a:xfrm>
          <a:prstGeom prst="rect">
            <a:avLst/>
          </a:prstGeom>
        </p:spPr>
      </p:pic>
      <p:sp>
        <p:nvSpPr>
          <p:cNvPr id="34" name="내용 개체 틀 2">
            <a:extLst>
              <a:ext uri="{FF2B5EF4-FFF2-40B4-BE49-F238E27FC236}">
                <a16:creationId xmlns:a16="http://schemas.microsoft.com/office/drawing/2014/main" id="{88388D72-83A4-1B8E-E7C6-17634BF02B50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92544" y="6603448"/>
            <a:ext cx="1454150" cy="20875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과목명 및 </a:t>
            </a:r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57238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2] 간지1(세부구성도형 al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12B46E-7444-854B-7120-F62EA6C792BA}"/>
              </a:ext>
            </a:extLst>
          </p:cNvPr>
          <p:cNvSpPr/>
          <p:nvPr userDrawn="1"/>
        </p:nvSpPr>
        <p:spPr>
          <a:xfrm>
            <a:off x="0" y="0"/>
            <a:ext cx="4429377" cy="65108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원형: 비어 있음 2">
            <a:extLst>
              <a:ext uri="{FF2B5EF4-FFF2-40B4-BE49-F238E27FC236}">
                <a16:creationId xmlns:a16="http://schemas.microsoft.com/office/drawing/2014/main" id="{8662F614-1E53-931A-0932-3BE883AA3AC5}"/>
              </a:ext>
            </a:extLst>
          </p:cNvPr>
          <p:cNvSpPr/>
          <p:nvPr userDrawn="1"/>
        </p:nvSpPr>
        <p:spPr>
          <a:xfrm>
            <a:off x="-1151798" y="5012270"/>
            <a:ext cx="4399365" cy="4399365"/>
          </a:xfrm>
          <a:prstGeom prst="donut">
            <a:avLst>
              <a:gd name="adj" fmla="val 16939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8EE06B-E5D8-042D-896E-DF262142FDD8}"/>
              </a:ext>
            </a:extLst>
          </p:cNvPr>
          <p:cNvSpPr/>
          <p:nvPr userDrawn="1"/>
        </p:nvSpPr>
        <p:spPr>
          <a:xfrm rot="20946277" flipH="1">
            <a:off x="1388673" y="-1064553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4F2635-1CBD-2526-068A-947F8525DFAE}"/>
              </a:ext>
            </a:extLst>
          </p:cNvPr>
          <p:cNvSpPr/>
          <p:nvPr userDrawn="1"/>
        </p:nvSpPr>
        <p:spPr>
          <a:xfrm rot="653723">
            <a:off x="-400788" y="-1064551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5E0A39-0BA2-132B-1D56-99E04D6D4411}"/>
              </a:ext>
            </a:extLst>
          </p:cNvPr>
          <p:cNvSpPr/>
          <p:nvPr userDrawn="1"/>
        </p:nvSpPr>
        <p:spPr>
          <a:xfrm>
            <a:off x="0" y="6510867"/>
            <a:ext cx="12192000" cy="3471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366BBB-B62F-85F2-9345-C0F766E3F3F3}"/>
              </a:ext>
            </a:extLst>
          </p:cNvPr>
          <p:cNvSpPr/>
          <p:nvPr userDrawn="1"/>
        </p:nvSpPr>
        <p:spPr>
          <a:xfrm flipH="1">
            <a:off x="3328023" y="-596767"/>
            <a:ext cx="1101354" cy="7107632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149C75-8E74-9EAB-5C71-A3134921F2F8}"/>
              </a:ext>
            </a:extLst>
          </p:cNvPr>
          <p:cNvSpPr/>
          <p:nvPr userDrawn="1"/>
        </p:nvSpPr>
        <p:spPr>
          <a:xfrm>
            <a:off x="0" y="3061"/>
            <a:ext cx="12192000" cy="1203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7CD37660-8D96-A1C2-07BF-C12D92523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4289" y="2635729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414AEC4D-8EC6-6E53-2CF8-C1396034863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74289" y="1591469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내용 개체 틀 5">
            <a:extLst>
              <a:ext uri="{FF2B5EF4-FFF2-40B4-BE49-F238E27FC236}">
                <a16:creationId xmlns:a16="http://schemas.microsoft.com/office/drawing/2014/main" id="{28A6C126-6276-85FD-9BAE-8D5C9A65558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24140" y="4267430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6B3B456-6773-FE4D-C4D6-C81C0BA41F52}"/>
              </a:ext>
            </a:extLst>
          </p:cNvPr>
          <p:cNvSpPr/>
          <p:nvPr userDrawn="1"/>
        </p:nvSpPr>
        <p:spPr>
          <a:xfrm>
            <a:off x="0" y="6558287"/>
            <a:ext cx="12192000" cy="2616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E4EA05B-039D-A109-8B28-183FFC7F20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516" y="6566482"/>
            <a:ext cx="223459" cy="23180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6BF7735-6E02-F223-9B45-17BF7E546B44}"/>
              </a:ext>
            </a:extLst>
          </p:cNvPr>
          <p:cNvSpPr txBox="1"/>
          <p:nvPr userDrawn="1"/>
        </p:nvSpPr>
        <p:spPr>
          <a:xfrm>
            <a:off x="11763375" y="649848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chemeClr val="bg1"/>
                </a:solidFill>
              </a:rPr>
              <a:t>‹#›</a:t>
            </a:fld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AB5AD1-DD15-5981-96EB-C743AFD4D4BE}"/>
              </a:ext>
            </a:extLst>
          </p:cNvPr>
          <p:cNvSpPr txBox="1"/>
          <p:nvPr userDrawn="1"/>
        </p:nvSpPr>
        <p:spPr>
          <a:xfrm>
            <a:off x="9027581" y="65459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47F3FF8-B5F2-186E-8DAC-C74DF5936B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279" y="173112"/>
            <a:ext cx="1213567" cy="782328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1A35138-1582-D9CC-8A5C-D5BAC516358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92544" y="6603448"/>
            <a:ext cx="1454150" cy="20875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과목명 및 </a:t>
            </a:r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9587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2] 간지2(세부구성도형 al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1C5CF9EE-BD49-8C08-24E8-B759A45F37F8}"/>
              </a:ext>
            </a:extLst>
          </p:cNvPr>
          <p:cNvSpPr/>
          <p:nvPr userDrawn="1"/>
        </p:nvSpPr>
        <p:spPr>
          <a:xfrm>
            <a:off x="0" y="0"/>
            <a:ext cx="4429377" cy="65108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DE8363-379E-5B46-2D09-EFF2D07AA3DC}"/>
              </a:ext>
            </a:extLst>
          </p:cNvPr>
          <p:cNvSpPr/>
          <p:nvPr userDrawn="1"/>
        </p:nvSpPr>
        <p:spPr>
          <a:xfrm rot="20946277" flipH="1">
            <a:off x="1388673" y="-1064553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0B37E5-6C53-6951-EFD9-A564A89E919F}"/>
              </a:ext>
            </a:extLst>
          </p:cNvPr>
          <p:cNvSpPr/>
          <p:nvPr userDrawn="1"/>
        </p:nvSpPr>
        <p:spPr>
          <a:xfrm rot="653723">
            <a:off x="-400788" y="-1064551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DB3753-5EF3-7423-BA61-D5213940BD11}"/>
              </a:ext>
            </a:extLst>
          </p:cNvPr>
          <p:cNvSpPr/>
          <p:nvPr userDrawn="1"/>
        </p:nvSpPr>
        <p:spPr>
          <a:xfrm>
            <a:off x="0" y="6510867"/>
            <a:ext cx="12192000" cy="3471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F526F6-743B-7D65-0EC6-402AAF797ABE}"/>
              </a:ext>
            </a:extLst>
          </p:cNvPr>
          <p:cNvSpPr/>
          <p:nvPr userDrawn="1"/>
        </p:nvSpPr>
        <p:spPr>
          <a:xfrm flipH="1">
            <a:off x="3328023" y="-596767"/>
            <a:ext cx="1101354" cy="7107632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C91154-B42A-C323-FE40-85A7A088B950}"/>
              </a:ext>
            </a:extLst>
          </p:cNvPr>
          <p:cNvSpPr/>
          <p:nvPr userDrawn="1"/>
        </p:nvSpPr>
        <p:spPr>
          <a:xfrm>
            <a:off x="0" y="3061"/>
            <a:ext cx="4429377" cy="1203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CAA88F-34B3-27AC-2CCF-6EEDC35E76C7}"/>
              </a:ext>
            </a:extLst>
          </p:cNvPr>
          <p:cNvSpPr/>
          <p:nvPr userDrawn="1"/>
        </p:nvSpPr>
        <p:spPr>
          <a:xfrm rot="16200000" flipH="1">
            <a:off x="1612970" y="-1612971"/>
            <a:ext cx="1203440" cy="4429377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7442A2AA-0E92-E320-5C82-3EDFC22D54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6979" y="2103437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F3B8F25F-25E8-76BC-3731-CCD70CC0E53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026979" y="1059177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내용 개체 틀 5">
            <a:extLst>
              <a:ext uri="{FF2B5EF4-FFF2-40B4-BE49-F238E27FC236}">
                <a16:creationId xmlns:a16="http://schemas.microsoft.com/office/drawing/2014/main" id="{68717376-8AC6-1E51-5468-7A87C9429D4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76830" y="3735138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164922-22BD-7FE8-CA0A-C4A95CCD4EB9}"/>
              </a:ext>
            </a:extLst>
          </p:cNvPr>
          <p:cNvSpPr/>
          <p:nvPr userDrawn="1"/>
        </p:nvSpPr>
        <p:spPr>
          <a:xfrm>
            <a:off x="0" y="6558287"/>
            <a:ext cx="12192000" cy="2616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B951E7C-3421-9C10-15FC-D670DE4403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516" y="6566482"/>
            <a:ext cx="223459" cy="23180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CBC6D9E-980C-1CFC-66E2-F1E7CB4555C9}"/>
              </a:ext>
            </a:extLst>
          </p:cNvPr>
          <p:cNvSpPr txBox="1"/>
          <p:nvPr userDrawn="1"/>
        </p:nvSpPr>
        <p:spPr>
          <a:xfrm>
            <a:off x="11763375" y="649848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chemeClr val="bg1"/>
                </a:solidFill>
              </a:rPr>
              <a:t>‹#›</a:t>
            </a:fld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7FD67B-1F64-BBB1-C84B-9D03150A284C}"/>
              </a:ext>
            </a:extLst>
          </p:cNvPr>
          <p:cNvSpPr txBox="1"/>
          <p:nvPr userDrawn="1"/>
        </p:nvSpPr>
        <p:spPr>
          <a:xfrm>
            <a:off x="9027581" y="65459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05F913A-BE83-254E-9685-880AA74E54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279" y="173112"/>
            <a:ext cx="1213567" cy="782328"/>
          </a:xfrm>
          <a:prstGeom prst="rect">
            <a:avLst/>
          </a:prstGeom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A75EEAC-56B3-791B-2AA3-4286F1E0E94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92544" y="6603448"/>
            <a:ext cx="1454150" cy="20875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과목명 및 </a:t>
            </a:r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21753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00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13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  <p:sldLayoutId id="2147483664" r:id="rId3"/>
    <p:sldLayoutId id="2147483665" r:id="rId4"/>
    <p:sldLayoutId id="2147483679" r:id="rId5"/>
    <p:sldLayoutId id="2147483661" r:id="rId6"/>
    <p:sldLayoutId id="2147483662" r:id="rId7"/>
    <p:sldLayoutId id="2147483650" r:id="rId8"/>
    <p:sldLayoutId id="2147483678" r:id="rId9"/>
    <p:sldLayoutId id="2147483698" r:id="rId10"/>
    <p:sldLayoutId id="2147483671" r:id="rId11"/>
    <p:sldLayoutId id="2147483699" r:id="rId12"/>
    <p:sldLayoutId id="2147483651" r:id="rId13"/>
    <p:sldLayoutId id="2147483694" r:id="rId14"/>
    <p:sldLayoutId id="2147483701" r:id="rId15"/>
    <p:sldLayoutId id="2147483700" r:id="rId16"/>
    <p:sldLayoutId id="2147483703" r:id="rId17"/>
    <p:sldLayoutId id="2147483702" r:id="rId18"/>
    <p:sldLayoutId id="2147483688" r:id="rId19"/>
    <p:sldLayoutId id="2147483683" r:id="rId20"/>
    <p:sldLayoutId id="2147483697" r:id="rId21"/>
    <p:sldLayoutId id="2147483695" r:id="rId22"/>
    <p:sldLayoutId id="2147483663" r:id="rId2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F4BB-EA03-3837-A3E5-B0200C4AC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065" y="1671636"/>
            <a:ext cx="9463867" cy="1579993"/>
          </a:xfrm>
          <a:prstGeom prst="rect">
            <a:avLst/>
          </a:prstGeom>
        </p:spPr>
        <p:txBody>
          <a:bodyPr anchor="ctr"/>
          <a:lstStyle/>
          <a:p>
            <a:pPr latinLnBrk="0" hangingPunct="0">
              <a:lnSpc>
                <a:spcPct val="100000"/>
              </a:lnSpc>
            </a:pPr>
            <a:r>
              <a:rPr lang="en-US" sz="4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Progress Report</a:t>
            </a:r>
            <a:endParaRPr lang="en-KR" sz="3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DE546E-1B07-F4CE-6030-F893B366ACC1}"/>
              </a:ext>
            </a:extLst>
          </p:cNvPr>
          <p:cNvCxnSpPr>
            <a:cxnSpLocks/>
          </p:cNvCxnSpPr>
          <p:nvPr/>
        </p:nvCxnSpPr>
        <p:spPr>
          <a:xfrm>
            <a:off x="5288752" y="3704362"/>
            <a:ext cx="1584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155B9BD3-7ED8-4E53-832A-770A1F950A77}"/>
              </a:ext>
            </a:extLst>
          </p:cNvPr>
          <p:cNvSpPr txBox="1">
            <a:spLocks/>
          </p:cNvSpPr>
          <p:nvPr/>
        </p:nvSpPr>
        <p:spPr>
          <a:xfrm>
            <a:off x="9278255" y="5445201"/>
            <a:ext cx="3099353" cy="6850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i="1" dirty="0">
                <a:solidFill>
                  <a:schemeClr val="bg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rPr>
              <a:t>DongJae Seo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05CA8-E22D-AA6F-314F-94497FE07761}"/>
              </a:ext>
            </a:extLst>
          </p:cNvPr>
          <p:cNvSpPr txBox="1"/>
          <p:nvPr/>
        </p:nvSpPr>
        <p:spPr>
          <a:xfrm>
            <a:off x="5487380" y="3794417"/>
            <a:ext cx="169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25.10.22</a:t>
            </a:r>
          </a:p>
        </p:txBody>
      </p:sp>
    </p:spTree>
    <p:extLst>
      <p:ext uri="{BB962C8B-B14F-4D97-AF65-F5344CB8AC3E}">
        <p14:creationId xmlns:p14="http://schemas.microsoft.com/office/powerpoint/2010/main" val="2471561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83;g25e7bb4b389_0_25">
            <a:extLst>
              <a:ext uri="{FF2B5EF4-FFF2-40B4-BE49-F238E27FC236}">
                <a16:creationId xmlns:a16="http://schemas.microsoft.com/office/drawing/2014/main" id="{D7868B2F-974C-4C92-82F5-5351E3DA63E5}"/>
              </a:ext>
            </a:extLst>
          </p:cNvPr>
          <p:cNvSpPr txBox="1">
            <a:spLocks/>
          </p:cNvSpPr>
          <p:nvPr/>
        </p:nvSpPr>
        <p:spPr>
          <a:xfrm>
            <a:off x="5007829" y="2013744"/>
            <a:ext cx="6971784" cy="3481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ts val="6600"/>
              <a:buFont typeface="Calibri"/>
              <a:buNone/>
            </a:pPr>
            <a:r>
              <a:rPr lang="en-US" sz="32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 Introduction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ts val="6600"/>
              <a:buFont typeface="Calibri"/>
              <a:buNone/>
            </a:pPr>
            <a:r>
              <a:rPr lang="en-US" sz="32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Moment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ts val="6600"/>
              <a:buFont typeface="Calibri"/>
              <a:buNone/>
            </a:pPr>
            <a:r>
              <a:rPr lang="en-US" sz="32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Results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SzPts val="6600"/>
              <a:buFont typeface="Calibri"/>
              <a:buNone/>
            </a:pPr>
            <a:r>
              <a:rPr lang="en-US" sz="32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Conclusion &amp; Future Works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ACEA22-1614-4366-B76B-1155DA0BF851}"/>
              </a:ext>
            </a:extLst>
          </p:cNvPr>
          <p:cNvSpPr txBox="1">
            <a:spLocks/>
          </p:cNvSpPr>
          <p:nvPr/>
        </p:nvSpPr>
        <p:spPr>
          <a:xfrm>
            <a:off x="779966" y="2854953"/>
            <a:ext cx="2772786" cy="899629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 hangingPunct="0"/>
            <a:r>
              <a:rPr lang="en-US" sz="4000" b="1" dirty="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Contents</a:t>
            </a:r>
            <a:endParaRPr lang="en-KR" sz="4000" b="1" dirty="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cxnSp>
        <p:nvCxnSpPr>
          <p:cNvPr id="8" name="Straight Connector 23">
            <a:extLst>
              <a:ext uri="{FF2B5EF4-FFF2-40B4-BE49-F238E27FC236}">
                <a16:creationId xmlns:a16="http://schemas.microsoft.com/office/drawing/2014/main" id="{C6AFE03F-41AB-48CC-93EF-E2C96EA377D6}"/>
              </a:ext>
            </a:extLst>
          </p:cNvPr>
          <p:cNvCxnSpPr>
            <a:cxnSpLocks/>
          </p:cNvCxnSpPr>
          <p:nvPr/>
        </p:nvCxnSpPr>
        <p:spPr>
          <a:xfrm>
            <a:off x="961014" y="3822107"/>
            <a:ext cx="241069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907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9504-65FD-F20C-9F6B-7AD16E6F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84E2DF6-88EB-67C8-1958-546925A6DCC4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Introduction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2AA55F4-46EC-97EB-AFBF-77CCAA9268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0033" y="325346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BFF0B222-B355-CB3C-7CA4-DFFF0500866D}"/>
              </a:ext>
            </a:extLst>
          </p:cNvPr>
          <p:cNvSpPr txBox="1">
            <a:spLocks/>
          </p:cNvSpPr>
          <p:nvPr/>
        </p:nvSpPr>
        <p:spPr>
          <a:xfrm>
            <a:off x="451625" y="1561379"/>
            <a:ext cx="5950550" cy="3122262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800" b="1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rgbClr val="5F637F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Time Series Foundation Model</a:t>
            </a:r>
          </a:p>
          <a:p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 large-scale pretrained model designed to handle various time-series tasks</a:t>
            </a:r>
          </a:p>
          <a:p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Forecasting, Classification, Imputation,                    Anomaly Detection</a:t>
            </a:r>
          </a:p>
        </p:txBody>
      </p:sp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5A711275-8378-9D74-9AE2-AE49BEBC7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31"/>
          <a:stretch>
            <a:fillRect/>
          </a:stretch>
        </p:blipFill>
        <p:spPr>
          <a:xfrm>
            <a:off x="6584302" y="1434738"/>
            <a:ext cx="4627984" cy="42470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C3306B-6BF1-C46B-79C0-AE51C6A0E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202" y="2620249"/>
            <a:ext cx="104790" cy="1714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B74DA1-90D3-9337-40CD-57B4AA439C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6873" y="4555036"/>
            <a:ext cx="28579" cy="2572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2666254-E8FC-AB6D-A8D7-3D6BB09686AF}"/>
              </a:ext>
            </a:extLst>
          </p:cNvPr>
          <p:cNvSpPr txBox="1"/>
          <p:nvPr/>
        </p:nvSpPr>
        <p:spPr>
          <a:xfrm>
            <a:off x="422257" y="3935084"/>
            <a:ext cx="59505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Objective</a:t>
            </a: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Sleep stage classification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using a Time Series Foundation Model (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and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PhysioNet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Performance compared against </a:t>
            </a:r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SleepFM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a model specialized for sleep staging</a:t>
            </a:r>
          </a:p>
        </p:txBody>
      </p:sp>
    </p:spTree>
    <p:extLst>
      <p:ext uri="{BB962C8B-B14F-4D97-AF65-F5344CB8AC3E}">
        <p14:creationId xmlns:p14="http://schemas.microsoft.com/office/powerpoint/2010/main" val="1676503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D61C8-AA65-BB47-432A-DB646B89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6FB57C-F1D4-D963-2449-397A23971935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Introduction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F241E9D-35FE-5B2C-90EE-62892EE716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0033" y="325346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0F36D-FADC-E174-FB15-8174CFB67080}"/>
              </a:ext>
            </a:extLst>
          </p:cNvPr>
          <p:cNvSpPr txBox="1"/>
          <p:nvPr/>
        </p:nvSpPr>
        <p:spPr>
          <a:xfrm>
            <a:off x="731966" y="1650052"/>
            <a:ext cx="10728068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TimesFM</a:t>
            </a:r>
            <a:r>
              <a:rPr 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(ICML 2024)</a:t>
            </a:r>
            <a:endParaRPr 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Moirai (ICML 2024)</a:t>
            </a:r>
            <a:endParaRPr 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Time Series Foundation Model for forecasting tasks</a:t>
            </a:r>
          </a:p>
          <a:p>
            <a:endParaRPr 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Mantis (</a:t>
            </a:r>
            <a:r>
              <a:rPr lang="en-US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arXiv</a:t>
            </a:r>
            <a:r>
              <a:rPr 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preprint)</a:t>
            </a:r>
            <a:endParaRPr 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Classification task Foundation Model</a:t>
            </a:r>
          </a:p>
          <a:p>
            <a:endParaRPr 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Moment (ICML 2024)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Multi-task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Foundation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Model</a:t>
            </a:r>
          </a:p>
          <a:p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Pretrained on </a:t>
            </a:r>
            <a:r>
              <a:rPr lang="en-US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biosignal</a:t>
            </a:r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data 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including EEG and ECG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167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1F2A9-0137-DD6C-A6E8-2FC2D9DF1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413F8F9-A10E-B482-2C55-490E019BB1B8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- Model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B5A9FB5-F95F-E4F1-1231-B7B2D1F4F4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0033" y="325346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6A1DC5BC-7D72-3C39-98D6-F2F0BAF1443A}"/>
              </a:ext>
            </a:extLst>
          </p:cNvPr>
          <p:cNvSpPr txBox="1">
            <a:spLocks/>
          </p:cNvSpPr>
          <p:nvPr/>
        </p:nvSpPr>
        <p:spPr>
          <a:xfrm>
            <a:off x="7486359" y="2155515"/>
            <a:ext cx="4390208" cy="3638559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800" b="1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rgbClr val="5F637F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Model Overview</a:t>
            </a:r>
          </a:p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Masking</a:t>
            </a:r>
          </a:p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Patching</a:t>
            </a:r>
          </a:p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Encoding</a:t>
            </a:r>
          </a:p>
          <a:p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Reconstruction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10A417-E5C7-C4D9-46A9-C10E85368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61" y="1322460"/>
            <a:ext cx="6025196" cy="44716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60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659DD-5E0F-C670-3BCE-93225999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90A3872-72A7-40B2-B3F2-456165332856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- Model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867DB4DE-25A6-D59A-AAA3-EEA59FC64A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0033" y="325346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39AD293B-82CC-8DBF-39F1-86D4E208F930}"/>
              </a:ext>
            </a:extLst>
          </p:cNvPr>
          <p:cNvSpPr txBox="1">
            <a:spLocks/>
          </p:cNvSpPr>
          <p:nvPr/>
        </p:nvSpPr>
        <p:spPr>
          <a:xfrm>
            <a:off x="7486358" y="2155515"/>
            <a:ext cx="4705641" cy="3638559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800" b="1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rgbClr val="5F637F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Model Overview</a:t>
            </a:r>
          </a:p>
          <a:p>
            <a:pPr marL="0" indent="0">
              <a:buNone/>
            </a:pP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Masking</a:t>
            </a:r>
          </a:p>
          <a:p>
            <a:pPr marL="0" indent="0">
              <a:buNone/>
            </a:pPr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Randomly masks parts of the input time series and learns to reconstruct the missing segments</a:t>
            </a:r>
          </a:p>
          <a:p>
            <a:pPr marL="0" indent="0">
              <a:buNone/>
            </a:pP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Patching</a:t>
            </a:r>
          </a:p>
          <a:p>
            <a:pPr marL="0" indent="0">
              <a:buNone/>
            </a:pPr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Splits the time series into fixed-length patches so the Transformer can process them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10A3F1-6E00-F7A9-9E14-DCDA67892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61" y="1322460"/>
            <a:ext cx="6025196" cy="44716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2C735E-ED50-3A41-10DC-25DD6F53A373}"/>
              </a:ext>
            </a:extLst>
          </p:cNvPr>
          <p:cNvSpPr/>
          <p:nvPr/>
        </p:nvSpPr>
        <p:spPr>
          <a:xfrm>
            <a:off x="3551274" y="1322460"/>
            <a:ext cx="3110784" cy="4471614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0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8E9EA-BB40-B014-DC4B-5C5AF5549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AF74262-833C-6050-EA1D-0B64C4128DE5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- Model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3602544-76DE-FF8A-EED9-358BFD1EA2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0033" y="325346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A856EF10-D2E9-B86E-5D94-3757BAB0968A}"/>
              </a:ext>
            </a:extLst>
          </p:cNvPr>
          <p:cNvSpPr txBox="1">
            <a:spLocks/>
          </p:cNvSpPr>
          <p:nvPr/>
        </p:nvSpPr>
        <p:spPr>
          <a:xfrm>
            <a:off x="7486359" y="2155515"/>
            <a:ext cx="4390208" cy="3171397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800" b="1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rgbClr val="5F637F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Model Overview</a:t>
            </a:r>
          </a:p>
          <a:p>
            <a:pPr marL="0" indent="0">
              <a:buNone/>
            </a:pP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Encoding</a:t>
            </a:r>
          </a:p>
          <a:p>
            <a:pPr marL="0" indent="0">
              <a:buNone/>
            </a:pPr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Learns temporal dependencies between patches and extracts embeddings</a:t>
            </a:r>
          </a:p>
          <a:p>
            <a:pPr marL="0" indent="0">
              <a:buNone/>
            </a:pP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Reconstruction </a:t>
            </a:r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(Pretrain </a:t>
            </a:r>
            <a:r>
              <a:rPr lang="ko-KR" altLang="en-US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때만 사용</a:t>
            </a:r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Uses Transformer-derived embeddings to reconstruct the masked time series</a:t>
            </a:r>
            <a:r>
              <a:rPr lang="ko-KR" altLang="en-US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800" b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CB25D1-0F4B-51CA-C04E-403B2194F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61" y="1322460"/>
            <a:ext cx="6025196" cy="44716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113BE0-BBCF-9B6F-7EED-78DEB1F85F8F}"/>
              </a:ext>
            </a:extLst>
          </p:cNvPr>
          <p:cNvSpPr/>
          <p:nvPr/>
        </p:nvSpPr>
        <p:spPr>
          <a:xfrm>
            <a:off x="635650" y="1322460"/>
            <a:ext cx="2915624" cy="4471614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0634489D-298F-623D-26C9-8EE4B66AF64D}"/>
              </a:ext>
            </a:extLst>
          </p:cNvPr>
          <p:cNvSpPr txBox="1">
            <a:spLocks/>
          </p:cNvSpPr>
          <p:nvPr/>
        </p:nvSpPr>
        <p:spPr>
          <a:xfrm>
            <a:off x="6913984" y="5626960"/>
            <a:ext cx="5197151" cy="763208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800" b="1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rgbClr val="5F637F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The goal of pretraining is to learn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core        time-series patterns through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469840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5FAB6-6B18-18DF-924B-F163ABD6F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FF2CC85-8F6A-C765-7362-A46AB3208EE0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- Model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834C907A-E587-AAF0-06DC-567C922333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0033" y="325346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846EC02E-BBCA-028B-7440-BA192DB1BC59}"/>
              </a:ext>
            </a:extLst>
          </p:cNvPr>
          <p:cNvSpPr txBox="1">
            <a:spLocks/>
          </p:cNvSpPr>
          <p:nvPr/>
        </p:nvSpPr>
        <p:spPr>
          <a:xfrm>
            <a:off x="7141125" y="1838274"/>
            <a:ext cx="4705641" cy="3638559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800" b="1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rgbClr val="5F637F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Task - Classification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endParaRPr lang="en-US" altLang="ko-KR" sz="1800" b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The embeddings extracted from the Transformer contain meaningful time-series features</a:t>
            </a:r>
          </a:p>
          <a:p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 classifier is trained on top of the pretrained model</a:t>
            </a:r>
          </a:p>
          <a:p>
            <a:pPr marL="0" indent="0">
              <a:buNone/>
            </a:pPr>
            <a:endParaRPr lang="en-US" altLang="ko-KR" sz="1800" b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is a univariate model and can process only one variable at a time</a:t>
            </a:r>
          </a:p>
          <a:p>
            <a:r>
              <a:rPr lang="en-US" altLang="ko-KR" sz="18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For multivariate data, embeddings are extracted for each channel and averaged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9AF072-4BFC-C0B5-EB05-87A378243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61" y="1322460"/>
            <a:ext cx="6025196" cy="44716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72E7F4-5589-388B-0308-9E762CFEFCAB}"/>
              </a:ext>
            </a:extLst>
          </p:cNvPr>
          <p:cNvSpPr/>
          <p:nvPr/>
        </p:nvSpPr>
        <p:spPr>
          <a:xfrm>
            <a:off x="5131981" y="1322460"/>
            <a:ext cx="1530075" cy="4471614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FE21DF2-0D0A-1C35-8626-B391887A1752}"/>
              </a:ext>
            </a:extLst>
          </p:cNvPr>
          <p:cNvGrpSpPr/>
          <p:nvPr/>
        </p:nvGrpSpPr>
        <p:grpSpPr>
          <a:xfrm>
            <a:off x="5419013" y="3075008"/>
            <a:ext cx="1146652" cy="1309477"/>
            <a:chOff x="5388829" y="2543380"/>
            <a:chExt cx="1146652" cy="13094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239450-8435-5596-1E6E-FE9AC0064947}"/>
                </a:ext>
              </a:extLst>
            </p:cNvPr>
            <p:cNvSpPr txBox="1"/>
            <p:nvPr/>
          </p:nvSpPr>
          <p:spPr>
            <a:xfrm>
              <a:off x="5388829" y="2585912"/>
              <a:ext cx="1146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Classifier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01475A2-6996-E41D-A3B7-9CFCDEFFA43A}"/>
                </a:ext>
              </a:extLst>
            </p:cNvPr>
            <p:cNvSpPr txBox="1"/>
            <p:nvPr/>
          </p:nvSpPr>
          <p:spPr>
            <a:xfrm>
              <a:off x="5451235" y="3483525"/>
              <a:ext cx="988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b="1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B962B8-5D9F-8489-C7CC-7C369564099B}"/>
                </a:ext>
              </a:extLst>
            </p:cNvPr>
            <p:cNvSpPr/>
            <p:nvPr/>
          </p:nvSpPr>
          <p:spPr>
            <a:xfrm>
              <a:off x="5433238" y="2543380"/>
              <a:ext cx="1041990" cy="455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C5A592-7DBE-3E49-B257-F8678FE1E094}"/>
              </a:ext>
            </a:extLst>
          </p:cNvPr>
          <p:cNvCxnSpPr>
            <a:cxnSpLocks/>
          </p:cNvCxnSpPr>
          <p:nvPr/>
        </p:nvCxnSpPr>
        <p:spPr>
          <a:xfrm>
            <a:off x="5131981" y="3296092"/>
            <a:ext cx="27290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4B0FA99-11A6-4AC7-AB5A-4C9C9ADFA382}"/>
              </a:ext>
            </a:extLst>
          </p:cNvPr>
          <p:cNvSpPr/>
          <p:nvPr/>
        </p:nvSpPr>
        <p:spPr>
          <a:xfrm>
            <a:off x="4667693" y="1414130"/>
            <a:ext cx="453654" cy="37639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98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C1810-ED7D-649C-E89E-49F7E0A98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8E7C811-F42A-EA8F-5D05-ED8D013C386C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- Model &amp; Data Specification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1F6EC357-1C3E-971F-EB8E-F95BD1742C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0033" y="356181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75DD3-61DD-3371-6519-52C96B33BBA7}"/>
              </a:ext>
            </a:extLst>
          </p:cNvPr>
          <p:cNvSpPr txBox="1"/>
          <p:nvPr/>
        </p:nvSpPr>
        <p:spPr>
          <a:xfrm>
            <a:off x="1012044" y="1567442"/>
            <a:ext cx="101679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processes time-series with a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fixed length of 512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PhysioNet data → 1 epoch = 256 Hz * 30 sec =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sequence length 7680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Downsample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the 7680-length sequence with stride 2 (7680 →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3840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Crop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1 second from both 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Split the remaining 28 seconds into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7 chunks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(3584 / 7 =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512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per chunk)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Extract embeddings for each chunk using the MOMENT model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B433A9-97E4-13A5-84A1-807478923825}"/>
              </a:ext>
            </a:extLst>
          </p:cNvPr>
          <p:cNvSpPr txBox="1"/>
          <p:nvPr/>
        </p:nvSpPr>
        <p:spPr>
          <a:xfrm>
            <a:off x="1123609" y="4106168"/>
            <a:ext cx="110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1s (128)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4B753F-82CE-ECD1-FED2-AABA1AB004FA}"/>
              </a:ext>
            </a:extLst>
          </p:cNvPr>
          <p:cNvSpPr/>
          <p:nvPr/>
        </p:nvSpPr>
        <p:spPr>
          <a:xfrm>
            <a:off x="1361353" y="4727543"/>
            <a:ext cx="484632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A4E131-141D-090D-B7E1-E304D6515ED2}"/>
              </a:ext>
            </a:extLst>
          </p:cNvPr>
          <p:cNvSpPr/>
          <p:nvPr/>
        </p:nvSpPr>
        <p:spPr>
          <a:xfrm>
            <a:off x="9728113" y="4727543"/>
            <a:ext cx="484632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DBFAB8-0F13-7104-1193-7DD5D732F665}"/>
              </a:ext>
            </a:extLst>
          </p:cNvPr>
          <p:cNvSpPr/>
          <p:nvPr/>
        </p:nvSpPr>
        <p:spPr>
          <a:xfrm>
            <a:off x="1983145" y="4727543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DCE705-797F-1976-F003-291BB227623E}"/>
              </a:ext>
            </a:extLst>
          </p:cNvPr>
          <p:cNvSpPr/>
          <p:nvPr/>
        </p:nvSpPr>
        <p:spPr>
          <a:xfrm>
            <a:off x="3089569" y="4727543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5B8DF7-E607-1450-C01F-6A1C063F2518}"/>
              </a:ext>
            </a:extLst>
          </p:cNvPr>
          <p:cNvSpPr/>
          <p:nvPr/>
        </p:nvSpPr>
        <p:spPr>
          <a:xfrm>
            <a:off x="4195993" y="4727543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015DB3-218D-99F0-BADC-073FAF55EC19}"/>
              </a:ext>
            </a:extLst>
          </p:cNvPr>
          <p:cNvSpPr/>
          <p:nvPr/>
        </p:nvSpPr>
        <p:spPr>
          <a:xfrm>
            <a:off x="5302417" y="4727543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AB4F3-DF51-DFD1-4D62-8078438B963E}"/>
              </a:ext>
            </a:extLst>
          </p:cNvPr>
          <p:cNvSpPr/>
          <p:nvPr/>
        </p:nvSpPr>
        <p:spPr>
          <a:xfrm>
            <a:off x="6408841" y="4727543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A962A4-7A88-3CFF-0843-A4B736AD1313}"/>
              </a:ext>
            </a:extLst>
          </p:cNvPr>
          <p:cNvSpPr/>
          <p:nvPr/>
        </p:nvSpPr>
        <p:spPr>
          <a:xfrm>
            <a:off x="7515265" y="4727543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8728E9-5025-33C0-6962-254BCB41758B}"/>
              </a:ext>
            </a:extLst>
          </p:cNvPr>
          <p:cNvSpPr/>
          <p:nvPr/>
        </p:nvSpPr>
        <p:spPr>
          <a:xfrm>
            <a:off x="8621689" y="4727543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5D904F-B70D-DCDA-18CD-F7CD55E07303}"/>
              </a:ext>
            </a:extLst>
          </p:cNvPr>
          <p:cNvCxnSpPr>
            <a:cxnSpLocks/>
          </p:cNvCxnSpPr>
          <p:nvPr/>
        </p:nvCxnSpPr>
        <p:spPr>
          <a:xfrm>
            <a:off x="1361353" y="5393077"/>
            <a:ext cx="8851392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CDC006-DB41-911F-9442-F7EE7AB71349}"/>
              </a:ext>
            </a:extLst>
          </p:cNvPr>
          <p:cNvCxnSpPr/>
          <p:nvPr/>
        </p:nvCxnSpPr>
        <p:spPr>
          <a:xfrm>
            <a:off x="3089569" y="4580478"/>
            <a:ext cx="969264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7383B88-2DB6-965E-83D6-2928958866CA}"/>
              </a:ext>
            </a:extLst>
          </p:cNvPr>
          <p:cNvSpPr txBox="1"/>
          <p:nvPr/>
        </p:nvSpPr>
        <p:spPr>
          <a:xfrm>
            <a:off x="3574201" y="5439262"/>
            <a:ext cx="430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1 Epoch (30sec)</a:t>
            </a:r>
          </a:p>
          <a:p>
            <a:pPr algn="ctr"/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(3840 sequence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after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downsampling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382E25-125C-BDEB-2BF7-508098E1DE0D}"/>
              </a:ext>
            </a:extLst>
          </p:cNvPr>
          <p:cNvSpPr txBox="1"/>
          <p:nvPr/>
        </p:nvSpPr>
        <p:spPr>
          <a:xfrm>
            <a:off x="3068680" y="4106168"/>
            <a:ext cx="110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4s (512)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75E06C-FAC1-76F2-D5EE-0926B6E2EA10}"/>
              </a:ext>
            </a:extLst>
          </p:cNvPr>
          <p:cNvCxnSpPr>
            <a:cxnSpLocks/>
          </p:cNvCxnSpPr>
          <p:nvPr/>
        </p:nvCxnSpPr>
        <p:spPr>
          <a:xfrm>
            <a:off x="1361353" y="4571334"/>
            <a:ext cx="484632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023E1D4-BA20-DF97-B669-29D62FDB985F}"/>
              </a:ext>
            </a:extLst>
          </p:cNvPr>
          <p:cNvSpPr txBox="1"/>
          <p:nvPr/>
        </p:nvSpPr>
        <p:spPr>
          <a:xfrm>
            <a:off x="2296247" y="4792224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0E8582-45C0-DA75-2F1A-6ECFBE0C1C0F}"/>
              </a:ext>
            </a:extLst>
          </p:cNvPr>
          <p:cNvSpPr txBox="1"/>
          <p:nvPr/>
        </p:nvSpPr>
        <p:spPr>
          <a:xfrm>
            <a:off x="3437041" y="4792224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D974B4-E294-57AD-0FA9-F2CF01EC0A41}"/>
              </a:ext>
            </a:extLst>
          </p:cNvPr>
          <p:cNvSpPr txBox="1"/>
          <p:nvPr/>
        </p:nvSpPr>
        <p:spPr>
          <a:xfrm>
            <a:off x="4557007" y="4785131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7325D9-A329-10F3-F5CB-A6A4B31CAEC6}"/>
              </a:ext>
            </a:extLst>
          </p:cNvPr>
          <p:cNvSpPr txBox="1"/>
          <p:nvPr/>
        </p:nvSpPr>
        <p:spPr>
          <a:xfrm>
            <a:off x="5652163" y="4785131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963C24-565A-9AAF-D5C5-4CBAB3FC6384}"/>
              </a:ext>
            </a:extLst>
          </p:cNvPr>
          <p:cNvSpPr txBox="1"/>
          <p:nvPr/>
        </p:nvSpPr>
        <p:spPr>
          <a:xfrm>
            <a:off x="6736691" y="4785132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F3A280-D19F-0AE6-943B-D88C1C31FEB1}"/>
              </a:ext>
            </a:extLst>
          </p:cNvPr>
          <p:cNvSpPr txBox="1"/>
          <p:nvPr/>
        </p:nvSpPr>
        <p:spPr>
          <a:xfrm>
            <a:off x="7842480" y="4785133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23139E-5B40-21B5-AE8B-6BE90131FC6B}"/>
              </a:ext>
            </a:extLst>
          </p:cNvPr>
          <p:cNvSpPr txBox="1"/>
          <p:nvPr/>
        </p:nvSpPr>
        <p:spPr>
          <a:xfrm>
            <a:off x="8969536" y="4785133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4FB987-F81C-83DC-B278-C5FA16B68B4C}"/>
              </a:ext>
            </a:extLst>
          </p:cNvPr>
          <p:cNvSpPr txBox="1"/>
          <p:nvPr/>
        </p:nvSpPr>
        <p:spPr>
          <a:xfrm>
            <a:off x="8814391" y="4475500"/>
            <a:ext cx="484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88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D10E1-C5F2-FBCA-79D6-CB259C8C4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AC3D33-FDB1-EE6F-5B26-550044EC3072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- Model &amp; Data Specification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6028A00-F804-A646-1386-CCA45E46A4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0033" y="35618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EF682-E7CF-88CA-4EFB-A795F1C7E19F}"/>
              </a:ext>
            </a:extLst>
          </p:cNvPr>
          <p:cNvSpPr txBox="1"/>
          <p:nvPr/>
        </p:nvSpPr>
        <p:spPr>
          <a:xfrm>
            <a:off x="1012044" y="1932502"/>
            <a:ext cx="10641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During inference,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average the </a:t>
            </a:r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softmax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logits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of the 7 chunks to classify the full epoch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5176FF-B4FA-2D5B-D08B-8C85DB4A4A83}"/>
              </a:ext>
            </a:extLst>
          </p:cNvPr>
          <p:cNvSpPr/>
          <p:nvPr/>
        </p:nvSpPr>
        <p:spPr>
          <a:xfrm>
            <a:off x="1361353" y="4727541"/>
            <a:ext cx="484632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D8F283-D9DE-47FB-0F54-1734413B753A}"/>
              </a:ext>
            </a:extLst>
          </p:cNvPr>
          <p:cNvSpPr/>
          <p:nvPr/>
        </p:nvSpPr>
        <p:spPr>
          <a:xfrm>
            <a:off x="9728113" y="4727541"/>
            <a:ext cx="484632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6A5ECE-D553-0C92-C007-118D727E7CED}"/>
              </a:ext>
            </a:extLst>
          </p:cNvPr>
          <p:cNvSpPr/>
          <p:nvPr/>
        </p:nvSpPr>
        <p:spPr>
          <a:xfrm>
            <a:off x="1983145" y="4727541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F1ABA7-8C89-0D1E-3F1F-6CBA506E3E11}"/>
              </a:ext>
            </a:extLst>
          </p:cNvPr>
          <p:cNvSpPr/>
          <p:nvPr/>
        </p:nvSpPr>
        <p:spPr>
          <a:xfrm>
            <a:off x="3089569" y="4727541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CE0B2-09AB-34EE-3F76-2C394A9DA7AE}"/>
              </a:ext>
            </a:extLst>
          </p:cNvPr>
          <p:cNvSpPr/>
          <p:nvPr/>
        </p:nvSpPr>
        <p:spPr>
          <a:xfrm>
            <a:off x="4195993" y="4727541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0FFCBE-FD98-B9DA-8B0E-9D4BC88FB24A}"/>
              </a:ext>
            </a:extLst>
          </p:cNvPr>
          <p:cNvSpPr/>
          <p:nvPr/>
        </p:nvSpPr>
        <p:spPr>
          <a:xfrm>
            <a:off x="5302417" y="4727541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B4DFF3-4BFD-6A56-8A91-5AEB807919B7}"/>
              </a:ext>
            </a:extLst>
          </p:cNvPr>
          <p:cNvSpPr/>
          <p:nvPr/>
        </p:nvSpPr>
        <p:spPr>
          <a:xfrm>
            <a:off x="6408841" y="4727541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F4707A-DAA5-CB45-741E-19F2C0434F9D}"/>
              </a:ext>
            </a:extLst>
          </p:cNvPr>
          <p:cNvSpPr/>
          <p:nvPr/>
        </p:nvSpPr>
        <p:spPr>
          <a:xfrm>
            <a:off x="7515265" y="4727541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F76317-5115-5F5E-5310-FFE0A02B477D}"/>
              </a:ext>
            </a:extLst>
          </p:cNvPr>
          <p:cNvSpPr/>
          <p:nvPr/>
        </p:nvSpPr>
        <p:spPr>
          <a:xfrm>
            <a:off x="8621689" y="4727541"/>
            <a:ext cx="969264" cy="502920"/>
          </a:xfrm>
          <a:prstGeom prst="rect">
            <a:avLst/>
          </a:prstGeom>
          <a:solidFill>
            <a:schemeClr val="bg2">
              <a:lumMod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0EBD6A-FDE0-3D3E-7744-02CE035A7AC6}"/>
              </a:ext>
            </a:extLst>
          </p:cNvPr>
          <p:cNvCxnSpPr>
            <a:cxnSpLocks/>
          </p:cNvCxnSpPr>
          <p:nvPr/>
        </p:nvCxnSpPr>
        <p:spPr>
          <a:xfrm>
            <a:off x="1361353" y="5393075"/>
            <a:ext cx="8851392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DE2E6C0-1306-89BC-7FDF-21750470EAB0}"/>
              </a:ext>
            </a:extLst>
          </p:cNvPr>
          <p:cNvSpPr txBox="1"/>
          <p:nvPr/>
        </p:nvSpPr>
        <p:spPr>
          <a:xfrm>
            <a:off x="3574201" y="5439260"/>
            <a:ext cx="430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1 Epoch (30sec)</a:t>
            </a:r>
          </a:p>
          <a:p>
            <a:pPr algn="ctr"/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(3840 sequence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after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downsampling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A8DC09-AC8F-19E6-8083-37F3A4669305}"/>
              </a:ext>
            </a:extLst>
          </p:cNvPr>
          <p:cNvCxnSpPr>
            <a:cxnSpLocks/>
          </p:cNvCxnSpPr>
          <p:nvPr/>
        </p:nvCxnSpPr>
        <p:spPr>
          <a:xfrm flipV="1">
            <a:off x="9097478" y="4333889"/>
            <a:ext cx="0" cy="3623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65DAABD-279D-4D8B-9FD4-835ADD65FB18}"/>
              </a:ext>
            </a:extLst>
          </p:cNvPr>
          <p:cNvSpPr txBox="1"/>
          <p:nvPr/>
        </p:nvSpPr>
        <p:spPr>
          <a:xfrm>
            <a:off x="8664800" y="3944804"/>
            <a:ext cx="1675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[.1,  .6,  .1,  .1  .1]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EC6E19-304F-E148-D811-644996FE0DDD}"/>
              </a:ext>
            </a:extLst>
          </p:cNvPr>
          <p:cNvSpPr txBox="1"/>
          <p:nvPr/>
        </p:nvSpPr>
        <p:spPr>
          <a:xfrm>
            <a:off x="2296247" y="4792222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816F79-A525-3F6E-B600-A77748529B85}"/>
              </a:ext>
            </a:extLst>
          </p:cNvPr>
          <p:cNvSpPr txBox="1"/>
          <p:nvPr/>
        </p:nvSpPr>
        <p:spPr>
          <a:xfrm>
            <a:off x="3437041" y="4792222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0765BC-7A0D-62BE-B530-4D757A78ED67}"/>
              </a:ext>
            </a:extLst>
          </p:cNvPr>
          <p:cNvSpPr txBox="1"/>
          <p:nvPr/>
        </p:nvSpPr>
        <p:spPr>
          <a:xfrm>
            <a:off x="4557007" y="4785129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E4ABE8-4CDF-4CFF-49F4-3BD97AE25A81}"/>
              </a:ext>
            </a:extLst>
          </p:cNvPr>
          <p:cNvSpPr txBox="1"/>
          <p:nvPr/>
        </p:nvSpPr>
        <p:spPr>
          <a:xfrm>
            <a:off x="5652163" y="4785129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FA428C-63A2-F8EB-965D-5CFAEDB94C70}"/>
              </a:ext>
            </a:extLst>
          </p:cNvPr>
          <p:cNvSpPr txBox="1"/>
          <p:nvPr/>
        </p:nvSpPr>
        <p:spPr>
          <a:xfrm>
            <a:off x="6736691" y="4785130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0E24E3-BBAA-591F-3A09-57AAA709EEC6}"/>
              </a:ext>
            </a:extLst>
          </p:cNvPr>
          <p:cNvSpPr txBox="1"/>
          <p:nvPr/>
        </p:nvSpPr>
        <p:spPr>
          <a:xfrm>
            <a:off x="7842480" y="4785131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7BB407-B7B0-3701-69A8-E1BC5B7F8117}"/>
              </a:ext>
            </a:extLst>
          </p:cNvPr>
          <p:cNvSpPr txBox="1"/>
          <p:nvPr/>
        </p:nvSpPr>
        <p:spPr>
          <a:xfrm>
            <a:off x="8969536" y="4785131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DAE388-3A90-F0B3-43D2-A53E2A9B4C81}"/>
              </a:ext>
            </a:extLst>
          </p:cNvPr>
          <p:cNvSpPr txBox="1"/>
          <p:nvPr/>
        </p:nvSpPr>
        <p:spPr>
          <a:xfrm>
            <a:off x="7074253" y="3962654"/>
            <a:ext cx="1603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[.1,  .5,  .2,  .1  .1]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F9BCCE-E167-C9DD-B237-40F4E0664354}"/>
              </a:ext>
            </a:extLst>
          </p:cNvPr>
          <p:cNvCxnSpPr>
            <a:cxnSpLocks/>
          </p:cNvCxnSpPr>
          <p:nvPr/>
        </p:nvCxnSpPr>
        <p:spPr>
          <a:xfrm flipV="1">
            <a:off x="8011292" y="4333889"/>
            <a:ext cx="0" cy="3623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D38F797-DC57-E9F7-D9B1-2EC4A8D9DC3F}"/>
              </a:ext>
            </a:extLst>
          </p:cNvPr>
          <p:cNvSpPr txBox="1"/>
          <p:nvPr/>
        </p:nvSpPr>
        <p:spPr>
          <a:xfrm>
            <a:off x="1059710" y="2526607"/>
            <a:ext cx="557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Ex:      Avg = [0.1, 0.65, 0.1,  0.1, 0.05]      -&gt;    N1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F9B359-9EC3-2D8B-5104-BA0C63B03439}"/>
              </a:ext>
            </a:extLst>
          </p:cNvPr>
          <p:cNvSpPr/>
          <p:nvPr/>
        </p:nvSpPr>
        <p:spPr>
          <a:xfrm>
            <a:off x="8676826" y="3944805"/>
            <a:ext cx="1467051" cy="3077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563817-D942-FD61-E298-74A78D0F63D4}"/>
              </a:ext>
            </a:extLst>
          </p:cNvPr>
          <p:cNvSpPr/>
          <p:nvPr/>
        </p:nvSpPr>
        <p:spPr>
          <a:xfrm>
            <a:off x="7094629" y="3958850"/>
            <a:ext cx="1467051" cy="3077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1FEA38-DCF2-CD2E-A5E7-3352C744D030}"/>
              </a:ext>
            </a:extLst>
          </p:cNvPr>
          <p:cNvCxnSpPr>
            <a:cxnSpLocks/>
            <a:stCxn id="38" idx="0"/>
          </p:cNvCxnSpPr>
          <p:nvPr/>
        </p:nvCxnSpPr>
        <p:spPr>
          <a:xfrm flipH="1" flipV="1">
            <a:off x="4396688" y="3049412"/>
            <a:ext cx="5013664" cy="89539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90893FC-2CEA-064D-D930-F6FA2B4FB281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4068648" y="3042389"/>
            <a:ext cx="3759507" cy="9164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B893047-82E0-6157-439B-688AE6D5A538}"/>
              </a:ext>
            </a:extLst>
          </p:cNvPr>
          <p:cNvCxnSpPr>
            <a:cxnSpLocks/>
            <a:stCxn id="57" idx="0"/>
          </p:cNvCxnSpPr>
          <p:nvPr/>
        </p:nvCxnSpPr>
        <p:spPr>
          <a:xfrm flipV="1">
            <a:off x="2380162" y="3027765"/>
            <a:ext cx="1056879" cy="8874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B80EDA0-D355-C9FC-E335-3049AA10E84D}"/>
              </a:ext>
            </a:extLst>
          </p:cNvPr>
          <p:cNvSpPr txBox="1"/>
          <p:nvPr/>
        </p:nvSpPr>
        <p:spPr>
          <a:xfrm>
            <a:off x="5614735" y="3822920"/>
            <a:ext cx="829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...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CDB48B6-B617-77DA-73FA-22BE54123F02}"/>
              </a:ext>
            </a:extLst>
          </p:cNvPr>
          <p:cNvCxnSpPr>
            <a:cxnSpLocks/>
            <a:stCxn id="58" idx="0"/>
          </p:cNvCxnSpPr>
          <p:nvPr/>
        </p:nvCxnSpPr>
        <p:spPr>
          <a:xfrm flipH="1" flipV="1">
            <a:off x="3609663" y="3027765"/>
            <a:ext cx="352554" cy="8911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096DA93-AD28-EACE-9A74-A8A30512D07D}"/>
              </a:ext>
            </a:extLst>
          </p:cNvPr>
          <p:cNvSpPr txBox="1"/>
          <p:nvPr/>
        </p:nvSpPr>
        <p:spPr>
          <a:xfrm>
            <a:off x="1625370" y="3915254"/>
            <a:ext cx="1675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[.1,  .6,  .1,  .1  .1]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EEF0A6-E11E-E5F2-D752-E438040BFFC8}"/>
              </a:ext>
            </a:extLst>
          </p:cNvPr>
          <p:cNvSpPr txBox="1"/>
          <p:nvPr/>
        </p:nvSpPr>
        <p:spPr>
          <a:xfrm>
            <a:off x="3208315" y="3922726"/>
            <a:ext cx="1603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[.1,  .7,  0,  .1  .1]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AC28252-E5E5-4471-D4F9-AC5265476BE7}"/>
              </a:ext>
            </a:extLst>
          </p:cNvPr>
          <p:cNvSpPr/>
          <p:nvPr/>
        </p:nvSpPr>
        <p:spPr>
          <a:xfrm>
            <a:off x="1646636" y="3915254"/>
            <a:ext cx="1467051" cy="3077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B0A4640-9382-39D0-DD87-B10A41AEAB98}"/>
              </a:ext>
            </a:extLst>
          </p:cNvPr>
          <p:cNvSpPr/>
          <p:nvPr/>
        </p:nvSpPr>
        <p:spPr>
          <a:xfrm>
            <a:off x="3228691" y="3918922"/>
            <a:ext cx="1467051" cy="3077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3851603-69EF-39D0-2DE5-5ED8165BCF0F}"/>
              </a:ext>
            </a:extLst>
          </p:cNvPr>
          <p:cNvCxnSpPr>
            <a:cxnSpLocks/>
          </p:cNvCxnSpPr>
          <p:nvPr/>
        </p:nvCxnSpPr>
        <p:spPr>
          <a:xfrm flipV="1">
            <a:off x="2469922" y="4336834"/>
            <a:ext cx="0" cy="3623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2B56F9A-60B5-C4F2-9F6B-285CC7B4ED23}"/>
              </a:ext>
            </a:extLst>
          </p:cNvPr>
          <p:cNvCxnSpPr>
            <a:cxnSpLocks/>
          </p:cNvCxnSpPr>
          <p:nvPr/>
        </p:nvCxnSpPr>
        <p:spPr>
          <a:xfrm flipV="1">
            <a:off x="3579531" y="4336834"/>
            <a:ext cx="0" cy="3623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55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2D2F5-B021-D52F-E6FB-D1659ABC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67345FC-B426-99B7-B8C2-E2106170A3E5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- Experiment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08C95-2D82-D97B-A4A7-AD8CD271A3BB}"/>
              </a:ext>
            </a:extLst>
          </p:cNvPr>
          <p:cNvSpPr txBox="1"/>
          <p:nvPr/>
        </p:nvSpPr>
        <p:spPr>
          <a:xfrm>
            <a:off x="959504" y="1464352"/>
            <a:ext cx="101679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Experimental Setup:       PhysioNet Data</a:t>
            </a:r>
          </a:p>
          <a:p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No. of Channels –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 / 3 / 5 channels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Classifier Type -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SVM / Linear Classifier</a:t>
            </a:r>
          </a:p>
          <a:p>
            <a:pPr marL="342900" indent="-342900">
              <a:buAutoNum type="arabi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Feature Extractor –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Freeze / Unfreeze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33D102-B2D3-39E4-8C23-A405C473463B}"/>
              </a:ext>
            </a:extLst>
          </p:cNvPr>
          <p:cNvSpPr txBox="1"/>
          <p:nvPr/>
        </p:nvSpPr>
        <p:spPr>
          <a:xfrm>
            <a:off x="2671534" y="3429000"/>
            <a:ext cx="2561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No. of Channels </a:t>
            </a:r>
          </a:p>
          <a:p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 PhysioNet Data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35FF79-EAFB-3C2A-3240-762DA6FE874B}"/>
              </a:ext>
            </a:extLst>
          </p:cNvPr>
          <p:cNvGrpSpPr/>
          <p:nvPr/>
        </p:nvGrpSpPr>
        <p:grpSpPr>
          <a:xfrm>
            <a:off x="2764301" y="4342543"/>
            <a:ext cx="2376379" cy="1548212"/>
            <a:chOff x="1472607" y="3626761"/>
            <a:chExt cx="2376379" cy="154821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1FFAFF8-35F4-57B7-FEDB-85F387F696C6}"/>
                </a:ext>
              </a:extLst>
            </p:cNvPr>
            <p:cNvSpPr txBox="1"/>
            <p:nvPr/>
          </p:nvSpPr>
          <p:spPr>
            <a:xfrm>
              <a:off x="1520456" y="3697645"/>
              <a:ext cx="232853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C3-M2</a:t>
              </a:r>
            </a:p>
            <a:p>
              <a:r>
                <a:rPr lang="en-US" dirty="0"/>
                <a:t>E1-M2</a:t>
              </a:r>
            </a:p>
            <a:p>
              <a:r>
                <a:rPr lang="en-US" dirty="0"/>
                <a:t>Chin1-Chin2</a:t>
              </a:r>
            </a:p>
            <a:p>
              <a:r>
                <a:rPr lang="en-US" dirty="0"/>
                <a:t>Airflow</a:t>
              </a:r>
            </a:p>
            <a:p>
              <a:r>
                <a:rPr lang="en-US" dirty="0"/>
                <a:t>ECG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9CD25E-EA23-0ACD-00C2-6758FF68FF2B}"/>
                </a:ext>
              </a:extLst>
            </p:cNvPr>
            <p:cNvSpPr/>
            <p:nvPr/>
          </p:nvSpPr>
          <p:spPr>
            <a:xfrm>
              <a:off x="1552355" y="3708279"/>
              <a:ext cx="723014" cy="31083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C87485-362B-DE06-7E00-A04BFBDAB5F7}"/>
                </a:ext>
              </a:extLst>
            </p:cNvPr>
            <p:cNvSpPr/>
            <p:nvPr/>
          </p:nvSpPr>
          <p:spPr>
            <a:xfrm>
              <a:off x="1513365" y="3669293"/>
              <a:ext cx="1251100" cy="88144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76726FE-3B94-22C7-C891-7F9DF8F92C3C}"/>
                </a:ext>
              </a:extLst>
            </p:cNvPr>
            <p:cNvSpPr/>
            <p:nvPr/>
          </p:nvSpPr>
          <p:spPr>
            <a:xfrm>
              <a:off x="1472607" y="3626761"/>
              <a:ext cx="1366286" cy="1477328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471CDF5-730A-3008-73CE-7C3965F7878A}"/>
              </a:ext>
            </a:extLst>
          </p:cNvPr>
          <p:cNvSpPr txBox="1"/>
          <p:nvPr/>
        </p:nvSpPr>
        <p:spPr>
          <a:xfrm>
            <a:off x="4215647" y="4424061"/>
            <a:ext cx="1850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Channel</a:t>
            </a:r>
          </a:p>
          <a:p>
            <a:r>
              <a:rPr lang="en-US" b="1" dirty="0">
                <a:solidFill>
                  <a:srgbClr val="00B05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Channels</a:t>
            </a:r>
          </a:p>
          <a:p>
            <a:r>
              <a:rPr lang="en-US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Channels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0299F2-DEC0-D4AE-0A03-C923F450883E}"/>
              </a:ext>
            </a:extLst>
          </p:cNvPr>
          <p:cNvSpPr txBox="1"/>
          <p:nvPr/>
        </p:nvSpPr>
        <p:spPr>
          <a:xfrm>
            <a:off x="6953694" y="4967425"/>
            <a:ext cx="6489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Classifier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SVM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–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Machine Learning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Linear Classifier 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– Fully Connected Layer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7A886FF-3805-20FC-BBE8-93F68FA5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937" y="1971675"/>
            <a:ext cx="3847034" cy="286044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19457937-5720-5A0A-604C-7DDD963EAE2F}"/>
              </a:ext>
            </a:extLst>
          </p:cNvPr>
          <p:cNvSpPr txBox="1"/>
          <p:nvPr/>
        </p:nvSpPr>
        <p:spPr>
          <a:xfrm>
            <a:off x="6671014" y="1345956"/>
            <a:ext cx="4269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Feature Extractor - Trainable</a:t>
            </a:r>
          </a:p>
          <a:p>
            <a:endParaRPr 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71F3D98-B059-F81F-043E-89E043946BF2}"/>
              </a:ext>
            </a:extLst>
          </p:cNvPr>
          <p:cNvSpPr/>
          <p:nvPr/>
        </p:nvSpPr>
        <p:spPr>
          <a:xfrm>
            <a:off x="7325833" y="2052084"/>
            <a:ext cx="1424761" cy="23604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651F214-A5C1-1024-FA25-5C902BB1D94E}"/>
              </a:ext>
            </a:extLst>
          </p:cNvPr>
          <p:cNvCxnSpPr/>
          <p:nvPr/>
        </p:nvCxnSpPr>
        <p:spPr>
          <a:xfrm flipV="1">
            <a:off x="8038214" y="1658679"/>
            <a:ext cx="0" cy="3934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DB9915F-2367-4615-85D3-40CB8F133CEE}"/>
              </a:ext>
            </a:extLst>
          </p:cNvPr>
          <p:cNvCxnSpPr>
            <a:cxnSpLocks/>
          </p:cNvCxnSpPr>
          <p:nvPr/>
        </p:nvCxnSpPr>
        <p:spPr>
          <a:xfrm>
            <a:off x="9626010" y="3397101"/>
            <a:ext cx="0" cy="16746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140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C3760-AFA6-6BED-245A-549D0C76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89422ED-21EB-D83E-C816-FF634A2F3123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– Experiment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62C41-AF8A-CA70-C788-06259EDF618C}"/>
              </a:ext>
            </a:extLst>
          </p:cNvPr>
          <p:cNvSpPr txBox="1"/>
          <p:nvPr/>
        </p:nvSpPr>
        <p:spPr>
          <a:xfrm>
            <a:off x="1012044" y="1528713"/>
            <a:ext cx="101679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Experiment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1 - Comparing No. of Channels</a:t>
            </a: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Best performance observed when using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3-channel data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8D59CB-626B-1272-10E3-426057218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829" y="2797633"/>
            <a:ext cx="6379011" cy="24748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B48DB4B-420F-0A1D-0293-4DB3CF666549}"/>
              </a:ext>
            </a:extLst>
          </p:cNvPr>
          <p:cNvSpPr/>
          <p:nvPr/>
        </p:nvSpPr>
        <p:spPr>
          <a:xfrm>
            <a:off x="5146157" y="4136064"/>
            <a:ext cx="2587517" cy="6060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9D4ACC-B108-158E-F967-CC04600186EF}"/>
              </a:ext>
            </a:extLst>
          </p:cNvPr>
          <p:cNvSpPr/>
          <p:nvPr/>
        </p:nvSpPr>
        <p:spPr>
          <a:xfrm>
            <a:off x="1407829" y="4136064"/>
            <a:ext cx="1186515" cy="6060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C2CF85-CBC9-BCD5-BF46-437041ACC6AE}"/>
              </a:ext>
            </a:extLst>
          </p:cNvPr>
          <p:cNvSpPr txBox="1"/>
          <p:nvPr/>
        </p:nvSpPr>
        <p:spPr>
          <a:xfrm>
            <a:off x="1169581" y="5560828"/>
            <a:ext cx="7166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Channels: C3-M2, E1-M2, Chin1-Chin2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489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2C8C0-E7EE-748F-F55F-97AB4B89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B256226-66F7-48E1-1B38-767D3706E1DF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– Experiment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0838F-98AE-57EA-8562-336335F6B792}"/>
              </a:ext>
            </a:extLst>
          </p:cNvPr>
          <p:cNvSpPr txBox="1"/>
          <p:nvPr/>
        </p:nvSpPr>
        <p:spPr>
          <a:xfrm>
            <a:off x="1012044" y="1528713"/>
            <a:ext cx="101679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Experiment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2 - Comparing Classifier Type</a:t>
            </a: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Linear classifier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outperformed SVM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90E194-1267-F8D9-5F54-140EE0C97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829" y="2797633"/>
            <a:ext cx="6393845" cy="275256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A7858AB-F858-5855-9DC7-B69797C25341}"/>
              </a:ext>
            </a:extLst>
          </p:cNvPr>
          <p:cNvSpPr/>
          <p:nvPr/>
        </p:nvSpPr>
        <p:spPr>
          <a:xfrm>
            <a:off x="4933507" y="4550735"/>
            <a:ext cx="2821632" cy="4890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EB4F3A-8149-EABB-66EF-AF0001933FBA}"/>
              </a:ext>
            </a:extLst>
          </p:cNvPr>
          <p:cNvSpPr/>
          <p:nvPr/>
        </p:nvSpPr>
        <p:spPr>
          <a:xfrm>
            <a:off x="4937054" y="3636335"/>
            <a:ext cx="2821632" cy="404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235942-C69A-F166-DF61-FD007E56C5DE}"/>
              </a:ext>
            </a:extLst>
          </p:cNvPr>
          <p:cNvSpPr/>
          <p:nvPr/>
        </p:nvSpPr>
        <p:spPr>
          <a:xfrm>
            <a:off x="2548272" y="3636335"/>
            <a:ext cx="1098695" cy="404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FA1C41-0C22-D6F2-78F0-E2F622B3F3BB}"/>
              </a:ext>
            </a:extLst>
          </p:cNvPr>
          <p:cNvSpPr/>
          <p:nvPr/>
        </p:nvSpPr>
        <p:spPr>
          <a:xfrm>
            <a:off x="2548272" y="4593272"/>
            <a:ext cx="1098695" cy="404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97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0360-A786-5143-C827-04948BA5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851A249-6147-9F75-B56D-D2D50E0A8E2D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– Experiment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1DFF78-C718-13C0-7792-3AC3F57D7E7D}"/>
              </a:ext>
            </a:extLst>
          </p:cNvPr>
          <p:cNvSpPr txBox="1"/>
          <p:nvPr/>
        </p:nvSpPr>
        <p:spPr>
          <a:xfrm>
            <a:off x="1012044" y="1528713"/>
            <a:ext cx="101679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Experiment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 – Feature Extractor</a:t>
            </a: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Feature Extractor fine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tune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6EA14-A8C9-4B8C-9EAD-14DFF267B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829" y="2792596"/>
            <a:ext cx="6395504" cy="18006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633734-8908-D029-A781-2E98F6543ADE}"/>
              </a:ext>
            </a:extLst>
          </p:cNvPr>
          <p:cNvSpPr txBox="1"/>
          <p:nvPr/>
        </p:nvSpPr>
        <p:spPr>
          <a:xfrm>
            <a:off x="1850064" y="5114261"/>
            <a:ext cx="69217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best Macro-F1   = 0.5999</a:t>
            </a: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–&gt; 3 channels | Linear Classifier | Trainable Feature Extractor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377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9F26-D318-B44C-EDBD-D5FF48F9F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588690-C432-B7C7-A7B6-A72207A7AA98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– Experiment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87D05-2B87-2E5D-C7F2-BFE2DCA12A87}"/>
              </a:ext>
            </a:extLst>
          </p:cNvPr>
          <p:cNvSpPr txBox="1"/>
          <p:nvPr/>
        </p:nvSpPr>
        <p:spPr>
          <a:xfrm>
            <a:off x="1012043" y="1522843"/>
            <a:ext cx="10167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Comparison with </a:t>
            </a:r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SleepFM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Best achieved Macro-F1 for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MOMENT and </a:t>
            </a:r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SleepFM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A3D9A-8814-8A98-196E-2FBD8D69FDEC}"/>
              </a:ext>
            </a:extLst>
          </p:cNvPr>
          <p:cNvSpPr txBox="1"/>
          <p:nvPr/>
        </p:nvSpPr>
        <p:spPr>
          <a:xfrm>
            <a:off x="1316664" y="4593265"/>
            <a:ext cx="9558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Compared to the best Macro-F1 of </a:t>
            </a:r>
            <a:r>
              <a:rPr 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SleepFM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SleepFM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achieved the higher score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9A6869-1E47-5986-0983-13AE50EFB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931" y="2446173"/>
            <a:ext cx="6224964" cy="194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664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7BAB-A0C5-4079-52CD-6BE1AF96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2F7E015-8236-5FF5-D74E-952C3C148571}"/>
              </a:ext>
            </a:extLst>
          </p:cNvPr>
          <p:cNvSpPr txBox="1">
            <a:spLocks/>
          </p:cNvSpPr>
          <p:nvPr/>
        </p:nvSpPr>
        <p:spPr>
          <a:xfrm>
            <a:off x="422257" y="204664"/>
            <a:ext cx="11347486" cy="6319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Conclusion &amp; Future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65CC2-B7F5-2803-378B-033A126F63FD}"/>
              </a:ext>
            </a:extLst>
          </p:cNvPr>
          <p:cNvSpPr txBox="1"/>
          <p:nvPr/>
        </p:nvSpPr>
        <p:spPr>
          <a:xfrm>
            <a:off x="818707" y="1456660"/>
            <a:ext cx="963309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Sleep stage classification experiments using the Time Series Foundation Model (MOMENT)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Although the general foundation model performs lower than </a:t>
            </a:r>
            <a:r>
              <a:rPr 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SleepFM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it still shows meaningful results for sleep staging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Future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Foundation models that support multivariate inputs include </a:t>
            </a: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UniTS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and </a:t>
            </a: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NuTime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Improved performance by modeling transitions across consecutive epochs (Mamba)</a:t>
            </a:r>
          </a:p>
        </p:txBody>
      </p:sp>
    </p:spTree>
    <p:extLst>
      <p:ext uri="{BB962C8B-B14F-4D97-AF65-F5344CB8AC3E}">
        <p14:creationId xmlns:p14="http://schemas.microsoft.com/office/powerpoint/2010/main" val="100941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A268A-8ECF-A819-DA2E-F6C8212EA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4747E-3B4F-4C4E-39E9-FDC47EA55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7899" y="3063240"/>
            <a:ext cx="4836202" cy="731520"/>
          </a:xfrm>
          <a:prstGeom prst="rect">
            <a:avLst/>
          </a:prstGeom>
        </p:spPr>
        <p:txBody>
          <a:bodyPr/>
          <a:lstStyle/>
          <a:p>
            <a:pPr latinLnBrk="0" hangingPunct="0"/>
            <a:r>
              <a:rPr lang="en-US" sz="5400" b="1" i="1" dirty="0">
                <a:latin typeface="Arial" panose="020B0604020202020204" pitchFamily="34" charset="0"/>
                <a:ea typeface="NanumBarunGothic" panose="020B0603020101020101" pitchFamily="34" charset="-127"/>
                <a:cs typeface="Arial" panose="020B0604020202020204" pitchFamily="34" charset="0"/>
              </a:rPr>
              <a:t>THANK YOU!</a:t>
            </a:r>
            <a:endParaRPr lang="en-KR" sz="6600" b="1" i="1" dirty="0">
              <a:solidFill>
                <a:schemeClr val="bg1"/>
              </a:solidFill>
              <a:latin typeface="Arial" panose="020B0604020202020204" pitchFamily="34" charset="0"/>
              <a:ea typeface="NanumBarunGothic" panose="020B0603020101020101" pitchFamily="34" charset="-127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C3975B-7527-BFD6-0951-C3C85FBB087F}"/>
              </a:ext>
            </a:extLst>
          </p:cNvPr>
          <p:cNvCxnSpPr>
            <a:cxnSpLocks/>
          </p:cNvCxnSpPr>
          <p:nvPr/>
        </p:nvCxnSpPr>
        <p:spPr>
          <a:xfrm>
            <a:off x="5555672" y="4271525"/>
            <a:ext cx="10806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680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Custom 2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16227D"/>
      </a:accent1>
      <a:accent2>
        <a:srgbClr val="00205F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사용자 지정 2">
      <a:majorFont>
        <a:latin typeface="Calibri"/>
        <a:ea typeface="Calibri"/>
        <a:cs typeface=""/>
      </a:majorFont>
      <a:minorFont>
        <a:latin typeface="Calibri Light"/>
        <a:ea typeface="Calibr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66428</TotalTime>
  <Words>711</Words>
  <Application>Microsoft Office PowerPoint</Application>
  <PresentationFormat>Widescreen</PresentationFormat>
  <Paragraphs>160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NanumBarunGothic</vt:lpstr>
      <vt:lpstr>Noto Sans KR</vt:lpstr>
      <vt:lpstr>Sofia Pro Light</vt:lpstr>
      <vt:lpstr>나눔고딕</vt:lpstr>
      <vt:lpstr>맑은 고딕</vt:lpstr>
      <vt:lpstr>Arial</vt:lpstr>
      <vt:lpstr>Calibri</vt:lpstr>
      <vt:lpstr>Calibri Light</vt:lpstr>
      <vt:lpstr>Nirmala UI</vt:lpstr>
      <vt:lpstr>Times New Roman</vt:lpstr>
      <vt:lpstr>Wingdings</vt:lpstr>
      <vt:lpstr>Office 테마</vt:lpstr>
      <vt:lpstr>Progress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JY Kim</dc:creator>
  <cp:lastModifiedBy>DongJae Seo</cp:lastModifiedBy>
  <cp:revision>2835</cp:revision>
  <dcterms:created xsi:type="dcterms:W3CDTF">2023-07-14T10:59:23Z</dcterms:created>
  <dcterms:modified xsi:type="dcterms:W3CDTF">2025-11-14T07:13:27Z</dcterms:modified>
</cp:coreProperties>
</file>